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4" r:id="rId1"/>
  </p:sldMasterIdLst>
  <p:sldIdLst>
    <p:sldId id="256" r:id="rId2"/>
    <p:sldId id="257" r:id="rId3"/>
    <p:sldId id="258" r:id="rId4"/>
    <p:sldId id="277" r:id="rId5"/>
    <p:sldId id="278" r:id="rId6"/>
    <p:sldId id="263" r:id="rId7"/>
    <p:sldId id="259" r:id="rId8"/>
    <p:sldId id="260" r:id="rId9"/>
    <p:sldId id="261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75" r:id="rId18"/>
    <p:sldId id="276" r:id="rId19"/>
    <p:sldId id="296" r:id="rId20"/>
    <p:sldId id="298" r:id="rId21"/>
    <p:sldId id="300" r:id="rId22"/>
    <p:sldId id="301" r:id="rId23"/>
    <p:sldId id="299" r:id="rId24"/>
    <p:sldId id="302" r:id="rId25"/>
    <p:sldId id="303" r:id="rId26"/>
    <p:sldId id="297" r:id="rId27"/>
    <p:sldId id="304" r:id="rId28"/>
    <p:sldId id="305" r:id="rId29"/>
    <p:sldId id="306" r:id="rId30"/>
    <p:sldId id="307" r:id="rId31"/>
    <p:sldId id="309" r:id="rId32"/>
    <p:sldId id="310" r:id="rId33"/>
    <p:sldId id="311" r:id="rId34"/>
    <p:sldId id="308" r:id="rId3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7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in Robert" userId="bdf697ffd98a8826" providerId="LiveId" clId="{E651367B-8E57-43F2-B629-B9D3A634995C}"/>
    <pc:docChg chg="modSld">
      <pc:chgData name="Benjamin Robert" userId="bdf697ffd98a8826" providerId="LiveId" clId="{E651367B-8E57-43F2-B629-B9D3A634995C}" dt="2025-11-06T17:14:02.243" v="3" actId="729"/>
      <pc:docMkLst>
        <pc:docMk/>
      </pc:docMkLst>
      <pc:sldChg chg="modSp mod">
        <pc:chgData name="Benjamin Robert" userId="bdf697ffd98a8826" providerId="LiveId" clId="{E651367B-8E57-43F2-B629-B9D3A634995C}" dt="2025-11-05T11:00:11.202" v="0" actId="20577"/>
        <pc:sldMkLst>
          <pc:docMk/>
          <pc:sldMk cId="3309654618" sldId="268"/>
        </pc:sldMkLst>
        <pc:spChg chg="mod">
          <ac:chgData name="Benjamin Robert" userId="bdf697ffd98a8826" providerId="LiveId" clId="{E651367B-8E57-43F2-B629-B9D3A634995C}" dt="2025-11-05T11:00:11.202" v="0" actId="20577"/>
          <ac:spMkLst>
            <pc:docMk/>
            <pc:sldMk cId="3309654618" sldId="268"/>
            <ac:spMk id="3" creationId="{6885857A-C421-6955-1136-AA2B86C7B451}"/>
          </ac:spMkLst>
        </pc:spChg>
      </pc:sldChg>
      <pc:sldChg chg="mod modShow">
        <pc:chgData name="Benjamin Robert" userId="bdf697ffd98a8826" providerId="LiveId" clId="{E651367B-8E57-43F2-B629-B9D3A634995C}" dt="2025-11-06T17:13:52.933" v="1" actId="729"/>
        <pc:sldMkLst>
          <pc:docMk/>
          <pc:sldMk cId="278425534" sldId="298"/>
        </pc:sldMkLst>
      </pc:sldChg>
      <pc:sldChg chg="mod modShow">
        <pc:chgData name="Benjamin Robert" userId="bdf697ffd98a8826" providerId="LiveId" clId="{E651367B-8E57-43F2-B629-B9D3A634995C}" dt="2025-11-06T17:13:55.437" v="2" actId="729"/>
        <pc:sldMkLst>
          <pc:docMk/>
          <pc:sldMk cId="1989543073" sldId="300"/>
        </pc:sldMkLst>
      </pc:sldChg>
      <pc:sldChg chg="mod modShow">
        <pc:chgData name="Benjamin Robert" userId="bdf697ffd98a8826" providerId="LiveId" clId="{E651367B-8E57-43F2-B629-B9D3A634995C}" dt="2025-11-06T17:14:02.243" v="3" actId="729"/>
        <pc:sldMkLst>
          <pc:docMk/>
          <pc:sldMk cId="248443024" sldId="301"/>
        </pc:sldMkLst>
      </pc:sldChg>
    </pc:docChg>
  </pc:docChgLst>
  <pc:docChgLst>
    <pc:chgData name="Benjamin Robert" userId="bdf697ffd98a8826" providerId="LiveId" clId="{6B4A7C95-2354-4592-939E-0AA4E673173C}"/>
    <pc:docChg chg="delSld">
      <pc:chgData name="Benjamin Robert" userId="bdf697ffd98a8826" providerId="LiveId" clId="{6B4A7C95-2354-4592-939E-0AA4E673173C}" dt="2023-11-15T19:30:41.106" v="3" actId="47"/>
      <pc:docMkLst>
        <pc:docMk/>
      </pc:docMkLst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44179626" sldId="280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3554028605" sldId="281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1567615400" sldId="282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1310656602" sldId="283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3429787734" sldId="284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1059915770" sldId="285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217961152" sldId="286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312977419" sldId="287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959204435" sldId="288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2733626490" sldId="289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1182391076" sldId="290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32960323" sldId="291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3543290598" sldId="292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1433176206" sldId="293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1800072261" sldId="294"/>
        </pc:sldMkLst>
      </pc:sldChg>
      <pc:sldChg chg="del">
        <pc:chgData name="Benjamin Robert" userId="bdf697ffd98a8826" providerId="LiveId" clId="{6B4A7C95-2354-4592-939E-0AA4E673173C}" dt="2023-11-15T19:30:24.491" v="0" actId="47"/>
        <pc:sldMkLst>
          <pc:docMk/>
          <pc:sldMk cId="3727260870" sldId="295"/>
        </pc:sldMkLst>
      </pc:sldChg>
      <pc:sldChg chg="del">
        <pc:chgData name="Benjamin Robert" userId="bdf697ffd98a8826" providerId="LiveId" clId="{6B4A7C95-2354-4592-939E-0AA4E673173C}" dt="2023-11-15T19:30:40.371" v="2" actId="47"/>
        <pc:sldMkLst>
          <pc:docMk/>
          <pc:sldMk cId="102530017" sldId="312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3076549120" sldId="313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1476768358" sldId="314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410452301" sldId="315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15121075" sldId="316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655634133" sldId="317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2089735605" sldId="318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4080522885" sldId="319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1302240741" sldId="320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3364691786" sldId="321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1130772838" sldId="322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558224691" sldId="323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615366645" sldId="324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260925361" sldId="325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2431365379" sldId="326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2261574063" sldId="327"/>
        </pc:sldMkLst>
      </pc:sldChg>
      <pc:sldChg chg="del">
        <pc:chgData name="Benjamin Robert" userId="bdf697ffd98a8826" providerId="LiveId" clId="{6B4A7C95-2354-4592-939E-0AA4E673173C}" dt="2023-11-15T19:30:37.185" v="1" actId="47"/>
        <pc:sldMkLst>
          <pc:docMk/>
          <pc:sldMk cId="1696003831" sldId="328"/>
        </pc:sldMkLst>
      </pc:sldChg>
      <pc:sldChg chg="del">
        <pc:chgData name="Benjamin Robert" userId="bdf697ffd98a8826" providerId="LiveId" clId="{6B4A7C95-2354-4592-939E-0AA4E673173C}" dt="2023-11-15T19:30:41.106" v="3" actId="47"/>
        <pc:sldMkLst>
          <pc:docMk/>
          <pc:sldMk cId="2475790112" sldId="329"/>
        </pc:sldMkLst>
      </pc:sldChg>
    </pc:docChg>
  </pc:docChgLst>
  <pc:docChgLst>
    <pc:chgData name="Benjamin Robert" userId="bdf697ffd98a8826" providerId="LiveId" clId="{93859C62-E639-4C88-8106-87322F7E3B94}"/>
    <pc:docChg chg="modSld">
      <pc:chgData name="Benjamin Robert" userId="bdf697ffd98a8826" providerId="LiveId" clId="{93859C62-E639-4C88-8106-87322F7E3B94}" dt="2024-11-01T16:17:00.516" v="3" actId="20577"/>
      <pc:docMkLst>
        <pc:docMk/>
      </pc:docMkLst>
      <pc:sldChg chg="modSp mod">
        <pc:chgData name="Benjamin Robert" userId="bdf697ffd98a8826" providerId="LiveId" clId="{93859C62-E639-4C88-8106-87322F7E3B94}" dt="2024-11-01T16:17:00.516" v="3" actId="20577"/>
        <pc:sldMkLst>
          <pc:docMk/>
          <pc:sldMk cId="3992679617" sldId="256"/>
        </pc:sldMkLst>
      </pc:sldChg>
    </pc:docChg>
  </pc:docChgLst>
  <pc:docChgLst>
    <pc:chgData name="Benjamin Robert" userId="bdf697ffd98a8826" providerId="LiveId" clId="{606CDD9B-9A2D-4C79-85CC-421D0917595E}"/>
    <pc:docChg chg="undo custSel addSld delSld modSld sldOrd">
      <pc:chgData name="Benjamin Robert" userId="bdf697ffd98a8826" providerId="LiveId" clId="{606CDD9B-9A2D-4C79-85CC-421D0917595E}" dt="2023-11-08T17:34:39.365" v="4669" actId="2085"/>
      <pc:docMkLst>
        <pc:docMk/>
      </pc:docMkLst>
      <pc:sldChg chg="addSp modSp mod setBg">
        <pc:chgData name="Benjamin Robert" userId="bdf697ffd98a8826" providerId="LiveId" clId="{606CDD9B-9A2D-4C79-85CC-421D0917595E}" dt="2023-11-07T22:19:57.322" v="2425" actId="1076"/>
        <pc:sldMkLst>
          <pc:docMk/>
          <pc:sldMk cId="3992679617" sldId="256"/>
        </pc:sldMkLst>
      </pc:sldChg>
      <pc:sldChg chg="modSp mod">
        <pc:chgData name="Benjamin Robert" userId="bdf697ffd98a8826" providerId="LiveId" clId="{606CDD9B-9A2D-4C79-85CC-421D0917595E}" dt="2023-11-08T08:24:54.593" v="3808" actId="1076"/>
        <pc:sldMkLst>
          <pc:docMk/>
          <pc:sldMk cId="621753686" sldId="257"/>
        </pc:sldMkLst>
      </pc:sldChg>
      <pc:sldChg chg="addSp delSp modSp mod">
        <pc:chgData name="Benjamin Robert" userId="bdf697ffd98a8826" providerId="LiveId" clId="{606CDD9B-9A2D-4C79-85CC-421D0917595E}" dt="2023-11-07T22:15:42.453" v="2371"/>
        <pc:sldMkLst>
          <pc:docMk/>
          <pc:sldMk cId="2422553543" sldId="258"/>
        </pc:sldMkLst>
      </pc:sldChg>
      <pc:sldChg chg="addSp delSp modSp mod modTransition">
        <pc:chgData name="Benjamin Robert" userId="bdf697ffd98a8826" providerId="LiveId" clId="{606CDD9B-9A2D-4C79-85CC-421D0917595E}" dt="2023-11-07T22:15:42.453" v="2371"/>
        <pc:sldMkLst>
          <pc:docMk/>
          <pc:sldMk cId="1596774640" sldId="259"/>
        </pc:sldMkLst>
      </pc:sldChg>
      <pc:sldChg chg="addSp delSp modSp mod modTransition">
        <pc:chgData name="Benjamin Robert" userId="bdf697ffd98a8826" providerId="LiveId" clId="{606CDD9B-9A2D-4C79-85CC-421D0917595E}" dt="2023-11-07T22:15:42.453" v="2371"/>
        <pc:sldMkLst>
          <pc:docMk/>
          <pc:sldMk cId="4087855709" sldId="260"/>
        </pc:sldMkLst>
      </pc:sldChg>
      <pc:sldChg chg="addSp delSp modSp mod">
        <pc:chgData name="Benjamin Robert" userId="bdf697ffd98a8826" providerId="LiveId" clId="{606CDD9B-9A2D-4C79-85CC-421D0917595E}" dt="2023-11-07T22:15:42.453" v="2371"/>
        <pc:sldMkLst>
          <pc:docMk/>
          <pc:sldMk cId="4287853506" sldId="261"/>
        </pc:sldMkLst>
      </pc:sldChg>
      <pc:sldChg chg="modSp del mod">
        <pc:chgData name="Benjamin Robert" userId="bdf697ffd98a8826" providerId="LiveId" clId="{606CDD9B-9A2D-4C79-85CC-421D0917595E}" dt="2023-11-07T21:46:36.100" v="1997" actId="47"/>
        <pc:sldMkLst>
          <pc:docMk/>
          <pc:sldMk cId="1781609409" sldId="262"/>
        </pc:sldMkLst>
      </pc:sldChg>
      <pc:sldChg chg="addSp delSp modSp mod modTransition">
        <pc:chgData name="Benjamin Robert" userId="bdf697ffd98a8826" providerId="LiveId" clId="{606CDD9B-9A2D-4C79-85CC-421D0917595E}" dt="2023-11-07T22:15:42.453" v="2371"/>
        <pc:sldMkLst>
          <pc:docMk/>
          <pc:sldMk cId="2933731509" sldId="263"/>
        </pc:sldMkLst>
      </pc:sldChg>
      <pc:sldChg chg="modSp new del mod">
        <pc:chgData name="Benjamin Robert" userId="bdf697ffd98a8826" providerId="LiveId" clId="{606CDD9B-9A2D-4C79-85CC-421D0917595E}" dt="2023-11-07T21:46:37.521" v="1998" actId="47"/>
        <pc:sldMkLst>
          <pc:docMk/>
          <pc:sldMk cId="3300863653" sldId="264"/>
        </pc:sldMkLst>
      </pc:sldChg>
      <pc:sldChg chg="addSp delSp modSp new del mod ord">
        <pc:chgData name="Benjamin Robert" userId="bdf697ffd98a8826" providerId="LiveId" clId="{606CDD9B-9A2D-4C79-85CC-421D0917595E}" dt="2023-11-07T21:46:34.585" v="1996" actId="47"/>
        <pc:sldMkLst>
          <pc:docMk/>
          <pc:sldMk cId="3293213379" sldId="265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2976745860" sldId="266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4176397519" sldId="267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3309654618" sldId="268"/>
        </pc:sldMkLst>
      </pc:sldChg>
      <pc:sldChg chg="addSp delSp modSp add mod">
        <pc:chgData name="Benjamin Robert" userId="bdf697ffd98a8826" providerId="LiveId" clId="{606CDD9B-9A2D-4C79-85CC-421D0917595E}" dt="2023-11-08T17:34:39.365" v="4669" actId="2085"/>
        <pc:sldMkLst>
          <pc:docMk/>
          <pc:sldMk cId="1367016546" sldId="269"/>
        </pc:sldMkLst>
      </pc:sldChg>
      <pc:sldChg chg="addSp delSp modSp add mod modTransition">
        <pc:chgData name="Benjamin Robert" userId="bdf697ffd98a8826" providerId="LiveId" clId="{606CDD9B-9A2D-4C79-85CC-421D0917595E}" dt="2023-11-07T21:17:20.434" v="1705"/>
        <pc:sldMkLst>
          <pc:docMk/>
          <pc:sldMk cId="4085299714" sldId="270"/>
        </pc:sldMkLst>
      </pc:sldChg>
      <pc:sldChg chg="delSp add del mod modTransition">
        <pc:chgData name="Benjamin Robert" userId="bdf697ffd98a8826" providerId="LiveId" clId="{606CDD9B-9A2D-4C79-85CC-421D0917595E}" dt="2023-11-07T21:18:57.143" v="1708" actId="47"/>
        <pc:sldMkLst>
          <pc:docMk/>
          <pc:sldMk cId="3253442871" sldId="271"/>
        </pc:sldMkLst>
      </pc:sldChg>
      <pc:sldChg chg="addSp delSp modSp add mod modTransition">
        <pc:chgData name="Benjamin Robert" userId="bdf697ffd98a8826" providerId="LiveId" clId="{606CDD9B-9A2D-4C79-85CC-421D0917595E}" dt="2023-11-07T21:16:48.417" v="1702"/>
        <pc:sldMkLst>
          <pc:docMk/>
          <pc:sldMk cId="682175586" sldId="272"/>
        </pc:sldMkLst>
      </pc:sldChg>
      <pc:sldChg chg="addSp delSp modSp add mod modTransition">
        <pc:chgData name="Benjamin Robert" userId="bdf697ffd98a8826" providerId="LiveId" clId="{606CDD9B-9A2D-4C79-85CC-421D0917595E}" dt="2023-11-07T21:16:45.680" v="1700"/>
        <pc:sldMkLst>
          <pc:docMk/>
          <pc:sldMk cId="1851036196" sldId="273"/>
        </pc:sldMkLst>
      </pc:sldChg>
      <pc:sldChg chg="add del">
        <pc:chgData name="Benjamin Robert" userId="bdf697ffd98a8826" providerId="LiveId" clId="{606CDD9B-9A2D-4C79-85CC-421D0917595E}" dt="2023-11-07T21:05:34.187" v="1497" actId="47"/>
        <pc:sldMkLst>
          <pc:docMk/>
          <pc:sldMk cId="2412040307" sldId="273"/>
        </pc:sldMkLst>
      </pc:sldChg>
      <pc:sldChg chg="new del">
        <pc:chgData name="Benjamin Robert" userId="bdf697ffd98a8826" providerId="LiveId" clId="{606CDD9B-9A2D-4C79-85CC-421D0917595E}" dt="2023-11-07T21:08:42.097" v="1583" actId="47"/>
        <pc:sldMkLst>
          <pc:docMk/>
          <pc:sldMk cId="4135153395" sldId="273"/>
        </pc:sldMkLst>
      </pc:sldChg>
      <pc:sldChg chg="addSp delSp modSp add del mod modTransition">
        <pc:chgData name="Benjamin Robert" userId="bdf697ffd98a8826" providerId="LiveId" clId="{606CDD9B-9A2D-4C79-85CC-421D0917595E}" dt="2023-11-07T21:16:16.271" v="1695" actId="47"/>
        <pc:sldMkLst>
          <pc:docMk/>
          <pc:sldMk cId="2610226880" sldId="274"/>
        </pc:sldMkLst>
      </pc:sldChg>
      <pc:sldChg chg="modSp add mod modTransition">
        <pc:chgData name="Benjamin Robert" userId="bdf697ffd98a8826" providerId="LiveId" clId="{606CDD9B-9A2D-4C79-85CC-421D0917595E}" dt="2023-11-07T21:16:40.206" v="1698" actId="1076"/>
        <pc:sldMkLst>
          <pc:docMk/>
          <pc:sldMk cId="2430480307" sldId="275"/>
        </pc:sldMkLst>
      </pc:sldChg>
      <pc:sldChg chg="addSp delSp modSp add mod modTransition">
        <pc:chgData name="Benjamin Robert" userId="bdf697ffd98a8826" providerId="LiveId" clId="{606CDD9B-9A2D-4C79-85CC-421D0917595E}" dt="2023-11-07T21:27:39.586" v="1995"/>
        <pc:sldMkLst>
          <pc:docMk/>
          <pc:sldMk cId="2614231075" sldId="276"/>
        </pc:sldMkLst>
      </pc:sldChg>
      <pc:sldChg chg="delSp modSp add mod modTransition">
        <pc:chgData name="Benjamin Robert" userId="bdf697ffd98a8826" providerId="LiveId" clId="{606CDD9B-9A2D-4C79-85CC-421D0917595E}" dt="2023-11-07T22:15:42.453" v="2371"/>
        <pc:sldMkLst>
          <pc:docMk/>
          <pc:sldMk cId="4134639321" sldId="277"/>
        </pc:sldMkLst>
      </pc:sldChg>
      <pc:sldChg chg="modSp add mod modTransition">
        <pc:chgData name="Benjamin Robert" userId="bdf697ffd98a8826" providerId="LiveId" clId="{606CDD9B-9A2D-4C79-85CC-421D0917595E}" dt="2023-11-07T22:15:42.453" v="2371"/>
        <pc:sldMkLst>
          <pc:docMk/>
          <pc:sldMk cId="1637523650" sldId="278"/>
        </pc:sldMkLst>
      </pc:sldChg>
      <pc:sldChg chg="addSp delSp add del mod">
        <pc:chgData name="Benjamin Robert" userId="bdf697ffd98a8826" providerId="LiveId" clId="{606CDD9B-9A2D-4C79-85CC-421D0917595E}" dt="2023-11-07T21:54:42.927" v="2098" actId="47"/>
        <pc:sldMkLst>
          <pc:docMk/>
          <pc:sldMk cId="3328692098" sldId="279"/>
        </pc:sldMkLst>
      </pc:sldChg>
      <pc:sldChg chg="addSp delSp modSp new mod">
        <pc:chgData name="Benjamin Robert" userId="bdf697ffd98a8826" providerId="LiveId" clId="{606CDD9B-9A2D-4C79-85CC-421D0917595E}" dt="2023-11-07T22:15:42.453" v="2371"/>
        <pc:sldMkLst>
          <pc:docMk/>
          <pc:sldMk cId="44179626" sldId="280"/>
        </pc:sldMkLst>
      </pc:sldChg>
      <pc:sldChg chg="add del">
        <pc:chgData name="Benjamin Robert" userId="bdf697ffd98a8826" providerId="LiveId" clId="{606CDD9B-9A2D-4C79-85CC-421D0917595E}" dt="2023-11-07T21:53:12.977" v="2074" actId="47"/>
        <pc:sldMkLst>
          <pc:docMk/>
          <pc:sldMk cId="2750155985" sldId="281"/>
        </pc:sldMkLst>
      </pc:sldChg>
      <pc:sldChg chg="modSp add mod">
        <pc:chgData name="Benjamin Robert" userId="bdf697ffd98a8826" providerId="LiveId" clId="{606CDD9B-9A2D-4C79-85CC-421D0917595E}" dt="2023-11-07T22:15:42.453" v="2371"/>
        <pc:sldMkLst>
          <pc:docMk/>
          <pc:sldMk cId="3554028605" sldId="281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1567615400" sldId="282"/>
        </pc:sldMkLst>
      </pc:sldChg>
      <pc:sldChg chg="modSp add mod">
        <pc:chgData name="Benjamin Robert" userId="bdf697ffd98a8826" providerId="LiveId" clId="{606CDD9B-9A2D-4C79-85CC-421D0917595E}" dt="2023-11-07T22:15:42.453" v="2371"/>
        <pc:sldMkLst>
          <pc:docMk/>
          <pc:sldMk cId="1310656602" sldId="283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3429787734" sldId="284"/>
        </pc:sldMkLst>
      </pc:sldChg>
      <pc:sldChg chg="addSp delSp modSp add del mod">
        <pc:chgData name="Benjamin Robert" userId="bdf697ffd98a8826" providerId="LiveId" clId="{606CDD9B-9A2D-4C79-85CC-421D0917595E}" dt="2023-11-07T22:15:42.453" v="2371"/>
        <pc:sldMkLst>
          <pc:docMk/>
          <pc:sldMk cId="1059915770" sldId="285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217961152" sldId="286"/>
        </pc:sldMkLst>
      </pc:sldChg>
      <pc:sldChg chg="modSp add mod">
        <pc:chgData name="Benjamin Robert" userId="bdf697ffd98a8826" providerId="LiveId" clId="{606CDD9B-9A2D-4C79-85CC-421D0917595E}" dt="2023-11-07T22:15:42.453" v="2371"/>
        <pc:sldMkLst>
          <pc:docMk/>
          <pc:sldMk cId="312977419" sldId="287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959204435" sldId="288"/>
        </pc:sldMkLst>
      </pc:sldChg>
      <pc:sldChg chg="modSp add mod">
        <pc:chgData name="Benjamin Robert" userId="bdf697ffd98a8826" providerId="LiveId" clId="{606CDD9B-9A2D-4C79-85CC-421D0917595E}" dt="2023-11-07T22:15:42.453" v="2371"/>
        <pc:sldMkLst>
          <pc:docMk/>
          <pc:sldMk cId="2733626490" sldId="289"/>
        </pc:sldMkLst>
      </pc:sldChg>
      <pc:sldChg chg="addSp delSp modSp add mod">
        <pc:chgData name="Benjamin Robert" userId="bdf697ffd98a8826" providerId="LiveId" clId="{606CDD9B-9A2D-4C79-85CC-421D0917595E}" dt="2023-11-07T22:15:42.453" v="2371"/>
        <pc:sldMkLst>
          <pc:docMk/>
          <pc:sldMk cId="1182391076" sldId="290"/>
        </pc:sldMkLst>
      </pc:sldChg>
      <pc:sldChg chg="addSp modSp add mod">
        <pc:chgData name="Benjamin Robert" userId="bdf697ffd98a8826" providerId="LiveId" clId="{606CDD9B-9A2D-4C79-85CC-421D0917595E}" dt="2023-11-07T22:15:42.453" v="2371"/>
        <pc:sldMkLst>
          <pc:docMk/>
          <pc:sldMk cId="32960323" sldId="291"/>
        </pc:sldMkLst>
      </pc:sldChg>
      <pc:sldChg chg="addSp modSp add mod">
        <pc:chgData name="Benjamin Robert" userId="bdf697ffd98a8826" providerId="LiveId" clId="{606CDD9B-9A2D-4C79-85CC-421D0917595E}" dt="2023-11-07T22:15:42.453" v="2371"/>
        <pc:sldMkLst>
          <pc:docMk/>
          <pc:sldMk cId="3543290598" sldId="292"/>
        </pc:sldMkLst>
      </pc:sldChg>
      <pc:sldChg chg="addSp modSp add mod">
        <pc:chgData name="Benjamin Robert" userId="bdf697ffd98a8826" providerId="LiveId" clId="{606CDD9B-9A2D-4C79-85CC-421D0917595E}" dt="2023-11-07T22:15:42.453" v="2371"/>
        <pc:sldMkLst>
          <pc:docMk/>
          <pc:sldMk cId="1433176206" sldId="293"/>
        </pc:sldMkLst>
      </pc:sldChg>
      <pc:sldChg chg="addSp modSp add mod">
        <pc:chgData name="Benjamin Robert" userId="bdf697ffd98a8826" providerId="LiveId" clId="{606CDD9B-9A2D-4C79-85CC-421D0917595E}" dt="2023-11-07T22:15:42.453" v="2371"/>
        <pc:sldMkLst>
          <pc:docMk/>
          <pc:sldMk cId="1800072261" sldId="294"/>
        </pc:sldMkLst>
      </pc:sldChg>
      <pc:sldChg chg="addSp modSp add mod">
        <pc:chgData name="Benjamin Robert" userId="bdf697ffd98a8826" providerId="LiveId" clId="{606CDD9B-9A2D-4C79-85CC-421D0917595E}" dt="2023-11-07T22:15:42.453" v="2371"/>
        <pc:sldMkLst>
          <pc:docMk/>
          <pc:sldMk cId="3727260870" sldId="295"/>
        </pc:sldMkLst>
      </pc:sldChg>
      <pc:sldChg chg="addSp delSp modSp new mod">
        <pc:chgData name="Benjamin Robert" userId="bdf697ffd98a8826" providerId="LiveId" clId="{606CDD9B-9A2D-4C79-85CC-421D0917595E}" dt="2023-11-08T07:28:06.166" v="2510"/>
        <pc:sldMkLst>
          <pc:docMk/>
          <pc:sldMk cId="1694162040" sldId="296"/>
        </pc:sldMkLst>
      </pc:sldChg>
      <pc:sldChg chg="add del">
        <pc:chgData name="Benjamin Robert" userId="bdf697ffd98a8826" providerId="LiveId" clId="{606CDD9B-9A2D-4C79-85CC-421D0917595E}" dt="2023-11-07T22:08:47.483" v="2189" actId="47"/>
        <pc:sldMkLst>
          <pc:docMk/>
          <pc:sldMk cId="4128946553" sldId="296"/>
        </pc:sldMkLst>
      </pc:sldChg>
      <pc:sldChg chg="add del">
        <pc:chgData name="Benjamin Robert" userId="bdf697ffd98a8826" providerId="LiveId" clId="{606CDD9B-9A2D-4C79-85CC-421D0917595E}" dt="2023-11-07T22:08:48.306" v="2190" actId="47"/>
        <pc:sldMkLst>
          <pc:docMk/>
          <pc:sldMk cId="2359735595" sldId="297"/>
        </pc:sldMkLst>
      </pc:sldChg>
      <pc:sldChg chg="addSp delSp modSp new mod">
        <pc:chgData name="Benjamin Robert" userId="bdf697ffd98a8826" providerId="LiveId" clId="{606CDD9B-9A2D-4C79-85CC-421D0917595E}" dt="2023-11-08T07:49:17.845" v="3009" actId="1076"/>
        <pc:sldMkLst>
          <pc:docMk/>
          <pc:sldMk cId="2516445701" sldId="297"/>
        </pc:sldMkLst>
      </pc:sldChg>
      <pc:sldChg chg="addSp delSp modSp add mod">
        <pc:chgData name="Benjamin Robert" userId="bdf697ffd98a8826" providerId="LiveId" clId="{606CDD9B-9A2D-4C79-85CC-421D0917595E}" dt="2023-11-08T07:35:02.837" v="2770" actId="1076"/>
        <pc:sldMkLst>
          <pc:docMk/>
          <pc:sldMk cId="278425534" sldId="298"/>
        </pc:sldMkLst>
      </pc:sldChg>
      <pc:sldChg chg="add del">
        <pc:chgData name="Benjamin Robert" userId="bdf697ffd98a8826" providerId="LiveId" clId="{606CDD9B-9A2D-4C79-85CC-421D0917595E}" dt="2023-11-07T22:08:48.916" v="2191" actId="47"/>
        <pc:sldMkLst>
          <pc:docMk/>
          <pc:sldMk cId="3574489624" sldId="298"/>
        </pc:sldMkLst>
      </pc:sldChg>
      <pc:sldChg chg="addSp delSp modSp add mod">
        <pc:chgData name="Benjamin Robert" userId="bdf697ffd98a8826" providerId="LiveId" clId="{606CDD9B-9A2D-4C79-85CC-421D0917595E}" dt="2023-11-08T07:43:08.520" v="2798" actId="478"/>
        <pc:sldMkLst>
          <pc:docMk/>
          <pc:sldMk cId="2827785844" sldId="299"/>
        </pc:sldMkLst>
      </pc:sldChg>
      <pc:sldChg chg="addSp delSp modSp add mod">
        <pc:chgData name="Benjamin Robert" userId="bdf697ffd98a8826" providerId="LiveId" clId="{606CDD9B-9A2D-4C79-85CC-421D0917595E}" dt="2023-11-08T07:36:29.359" v="2777" actId="1076"/>
        <pc:sldMkLst>
          <pc:docMk/>
          <pc:sldMk cId="1989543073" sldId="300"/>
        </pc:sldMkLst>
      </pc:sldChg>
      <pc:sldChg chg="addSp delSp modSp add mod">
        <pc:chgData name="Benjamin Robert" userId="bdf697ffd98a8826" providerId="LiveId" clId="{606CDD9B-9A2D-4C79-85CC-421D0917595E}" dt="2023-11-08T07:37:26.498" v="2783" actId="1076"/>
        <pc:sldMkLst>
          <pc:docMk/>
          <pc:sldMk cId="248443024" sldId="301"/>
        </pc:sldMkLst>
      </pc:sldChg>
      <pc:sldChg chg="delSp modSp add mod">
        <pc:chgData name="Benjamin Robert" userId="bdf697ffd98a8826" providerId="LiveId" clId="{606CDD9B-9A2D-4C79-85CC-421D0917595E}" dt="2023-11-08T07:43:11.227" v="2800" actId="1076"/>
        <pc:sldMkLst>
          <pc:docMk/>
          <pc:sldMk cId="2662774853" sldId="302"/>
        </pc:sldMkLst>
      </pc:sldChg>
      <pc:sldChg chg="addSp delSp modSp add mod">
        <pc:chgData name="Benjamin Robert" userId="bdf697ffd98a8826" providerId="LiveId" clId="{606CDD9B-9A2D-4C79-85CC-421D0917595E}" dt="2023-11-08T07:47:17.879" v="2982" actId="20577"/>
        <pc:sldMkLst>
          <pc:docMk/>
          <pc:sldMk cId="1727989895" sldId="303"/>
        </pc:sldMkLst>
      </pc:sldChg>
      <pc:sldChg chg="add">
        <pc:chgData name="Benjamin Robert" userId="bdf697ffd98a8826" providerId="LiveId" clId="{606CDD9B-9A2D-4C79-85CC-421D0917595E}" dt="2023-11-08T08:22:21.642" v="3753"/>
        <pc:sldMkLst>
          <pc:docMk/>
          <pc:sldMk cId="121358287" sldId="304"/>
        </pc:sldMkLst>
      </pc:sldChg>
      <pc:sldChg chg="addSp delSp modSp new del mod">
        <pc:chgData name="Benjamin Robert" userId="bdf697ffd98a8826" providerId="LiveId" clId="{606CDD9B-9A2D-4C79-85CC-421D0917595E}" dt="2023-11-08T08:22:18.179" v="3752" actId="2696"/>
        <pc:sldMkLst>
          <pc:docMk/>
          <pc:sldMk cId="3975624232" sldId="304"/>
        </pc:sldMkLst>
      </pc:sldChg>
      <pc:sldChg chg="add">
        <pc:chgData name="Benjamin Robert" userId="bdf697ffd98a8826" providerId="LiveId" clId="{606CDD9B-9A2D-4C79-85CC-421D0917595E}" dt="2023-11-08T08:22:21.642" v="3753"/>
        <pc:sldMkLst>
          <pc:docMk/>
          <pc:sldMk cId="2615716218" sldId="305"/>
        </pc:sldMkLst>
      </pc:sldChg>
      <pc:sldChg chg="addSp delSp modSp new del mod">
        <pc:chgData name="Benjamin Robert" userId="bdf697ffd98a8826" providerId="LiveId" clId="{606CDD9B-9A2D-4C79-85CC-421D0917595E}" dt="2023-11-08T08:22:18.179" v="3752" actId="2696"/>
        <pc:sldMkLst>
          <pc:docMk/>
          <pc:sldMk cId="2682664801" sldId="305"/>
        </pc:sldMkLst>
      </pc:sldChg>
      <pc:sldChg chg="addSp delSp modSp add del mod">
        <pc:chgData name="Benjamin Robert" userId="bdf697ffd98a8826" providerId="LiveId" clId="{606CDD9B-9A2D-4C79-85CC-421D0917595E}" dt="2023-11-08T08:22:18.179" v="3752" actId="2696"/>
        <pc:sldMkLst>
          <pc:docMk/>
          <pc:sldMk cId="3010551853" sldId="306"/>
        </pc:sldMkLst>
      </pc:sldChg>
      <pc:sldChg chg="add">
        <pc:chgData name="Benjamin Robert" userId="bdf697ffd98a8826" providerId="LiveId" clId="{606CDD9B-9A2D-4C79-85CC-421D0917595E}" dt="2023-11-08T08:22:21.642" v="3753"/>
        <pc:sldMkLst>
          <pc:docMk/>
          <pc:sldMk cId="3411888990" sldId="306"/>
        </pc:sldMkLst>
      </pc:sldChg>
      <pc:sldChg chg="addSp delSp modSp new mod">
        <pc:chgData name="Benjamin Robert" userId="bdf697ffd98a8826" providerId="LiveId" clId="{606CDD9B-9A2D-4C79-85CC-421D0917595E}" dt="2023-11-08T08:33:44.872" v="4120" actId="1076"/>
        <pc:sldMkLst>
          <pc:docMk/>
          <pc:sldMk cId="3077427466" sldId="307"/>
        </pc:sldMkLst>
      </pc:sldChg>
      <pc:sldChg chg="addSp delSp modSp add mod">
        <pc:chgData name="Benjamin Robert" userId="bdf697ffd98a8826" providerId="LiveId" clId="{606CDD9B-9A2D-4C79-85CC-421D0917595E}" dt="2023-11-08T16:46:28.957" v="4251" actId="1076"/>
        <pc:sldMkLst>
          <pc:docMk/>
          <pc:sldMk cId="4274768929" sldId="308"/>
        </pc:sldMkLst>
      </pc:sldChg>
      <pc:sldChg chg="addSp delSp modSp add mod">
        <pc:chgData name="Benjamin Robert" userId="bdf697ffd98a8826" providerId="LiveId" clId="{606CDD9B-9A2D-4C79-85CC-421D0917595E}" dt="2023-11-08T16:32:45.776" v="4154" actId="20577"/>
        <pc:sldMkLst>
          <pc:docMk/>
          <pc:sldMk cId="3499746856" sldId="309"/>
        </pc:sldMkLst>
      </pc:sldChg>
      <pc:sldChg chg="addSp delSp modSp add mod">
        <pc:chgData name="Benjamin Robert" userId="bdf697ffd98a8826" providerId="LiveId" clId="{606CDD9B-9A2D-4C79-85CC-421D0917595E}" dt="2023-11-08T16:39:26.947" v="4186" actId="22"/>
        <pc:sldMkLst>
          <pc:docMk/>
          <pc:sldMk cId="966098507" sldId="310"/>
        </pc:sldMkLst>
      </pc:sldChg>
      <pc:sldChg chg="addSp delSp modSp add mod">
        <pc:chgData name="Benjamin Robert" userId="bdf697ffd98a8826" providerId="LiveId" clId="{606CDD9B-9A2D-4C79-85CC-421D0917595E}" dt="2023-11-08T16:41:48.537" v="4191" actId="1076"/>
        <pc:sldMkLst>
          <pc:docMk/>
          <pc:sldMk cId="3522419719" sldId="311"/>
        </pc:sldMkLst>
      </pc:sldChg>
      <pc:sldChg chg="delSp new mod">
        <pc:chgData name="Benjamin Robert" userId="bdf697ffd98a8826" providerId="LiveId" clId="{606CDD9B-9A2D-4C79-85CC-421D0917595E}" dt="2023-11-08T16:48:06.294" v="4253" actId="478"/>
        <pc:sldMkLst>
          <pc:docMk/>
          <pc:sldMk cId="102530017" sldId="312"/>
        </pc:sldMkLst>
      </pc:sldChg>
      <pc:sldChg chg="addSp delSp modSp add mod">
        <pc:chgData name="Benjamin Robert" userId="bdf697ffd98a8826" providerId="LiveId" clId="{606CDD9B-9A2D-4C79-85CC-421D0917595E}" dt="2023-11-08T16:48:59.095" v="4262" actId="14100"/>
        <pc:sldMkLst>
          <pc:docMk/>
          <pc:sldMk cId="3076549120" sldId="313"/>
        </pc:sldMkLst>
      </pc:sldChg>
      <pc:sldChg chg="modSp add mod">
        <pc:chgData name="Benjamin Robert" userId="bdf697ffd98a8826" providerId="LiveId" clId="{606CDD9B-9A2D-4C79-85CC-421D0917595E}" dt="2023-11-08T16:48:52.992" v="4260" actId="400"/>
        <pc:sldMkLst>
          <pc:docMk/>
          <pc:sldMk cId="1476768358" sldId="314"/>
        </pc:sldMkLst>
      </pc:sldChg>
      <pc:sldChg chg="addSp delSp modSp add mod">
        <pc:chgData name="Benjamin Robert" userId="bdf697ffd98a8826" providerId="LiveId" clId="{606CDD9B-9A2D-4C79-85CC-421D0917595E}" dt="2023-11-08T16:52:45.146" v="4320" actId="12"/>
        <pc:sldMkLst>
          <pc:docMk/>
          <pc:sldMk cId="410452301" sldId="315"/>
        </pc:sldMkLst>
      </pc:sldChg>
      <pc:sldChg chg="addSp modSp add mod">
        <pc:chgData name="Benjamin Robert" userId="bdf697ffd98a8826" providerId="LiveId" clId="{606CDD9B-9A2D-4C79-85CC-421D0917595E}" dt="2023-11-08T16:53:08.438" v="4324" actId="400"/>
        <pc:sldMkLst>
          <pc:docMk/>
          <pc:sldMk cId="15121075" sldId="316"/>
        </pc:sldMkLst>
      </pc:sldChg>
      <pc:sldChg chg="add del">
        <pc:chgData name="Benjamin Robert" userId="bdf697ffd98a8826" providerId="LiveId" clId="{606CDD9B-9A2D-4C79-85CC-421D0917595E}" dt="2023-11-08T16:49:21.664" v="4269"/>
        <pc:sldMkLst>
          <pc:docMk/>
          <pc:sldMk cId="498831765" sldId="316"/>
        </pc:sldMkLst>
      </pc:sldChg>
      <pc:sldChg chg="add del">
        <pc:chgData name="Benjamin Robert" userId="bdf697ffd98a8826" providerId="LiveId" clId="{606CDD9B-9A2D-4C79-85CC-421D0917595E}" dt="2023-11-08T16:49:34.137" v="4274"/>
        <pc:sldMkLst>
          <pc:docMk/>
          <pc:sldMk cId="1172490249" sldId="316"/>
        </pc:sldMkLst>
      </pc:sldChg>
      <pc:sldChg chg="addSp modSp add mod">
        <pc:chgData name="Benjamin Robert" userId="bdf697ffd98a8826" providerId="LiveId" clId="{606CDD9B-9A2D-4C79-85CC-421D0917595E}" dt="2023-11-08T16:55:16.037" v="4339" actId="207"/>
        <pc:sldMkLst>
          <pc:docMk/>
          <pc:sldMk cId="655634133" sldId="317"/>
        </pc:sldMkLst>
      </pc:sldChg>
      <pc:sldChg chg="add del">
        <pc:chgData name="Benjamin Robert" userId="bdf697ffd98a8826" providerId="LiveId" clId="{606CDD9B-9A2D-4C79-85CC-421D0917595E}" dt="2023-11-08T16:49:33.787" v="4273"/>
        <pc:sldMkLst>
          <pc:docMk/>
          <pc:sldMk cId="1626958534" sldId="317"/>
        </pc:sldMkLst>
      </pc:sldChg>
      <pc:sldChg chg="add del">
        <pc:chgData name="Benjamin Robert" userId="bdf697ffd98a8826" providerId="LiveId" clId="{606CDD9B-9A2D-4C79-85CC-421D0917595E}" dt="2023-11-08T16:49:21.528" v="4268"/>
        <pc:sldMkLst>
          <pc:docMk/>
          <pc:sldMk cId="4257549673" sldId="317"/>
        </pc:sldMkLst>
      </pc:sldChg>
      <pc:sldChg chg="addSp delSp modSp add mod">
        <pc:chgData name="Benjamin Robert" userId="bdf697ffd98a8826" providerId="LiveId" clId="{606CDD9B-9A2D-4C79-85CC-421D0917595E}" dt="2023-11-08T16:55:47.749" v="4344" actId="12"/>
        <pc:sldMkLst>
          <pc:docMk/>
          <pc:sldMk cId="2089735605" sldId="318"/>
        </pc:sldMkLst>
      </pc:sldChg>
      <pc:sldChg chg="add del">
        <pc:chgData name="Benjamin Robert" userId="bdf697ffd98a8826" providerId="LiveId" clId="{606CDD9B-9A2D-4C79-85CC-421D0917595E}" dt="2023-11-08T16:49:21.215" v="4267"/>
        <pc:sldMkLst>
          <pc:docMk/>
          <pc:sldMk cId="3490385075" sldId="318"/>
        </pc:sldMkLst>
      </pc:sldChg>
      <pc:sldChg chg="addSp delSp modSp add mod">
        <pc:chgData name="Benjamin Robert" userId="bdf697ffd98a8826" providerId="LiveId" clId="{606CDD9B-9A2D-4C79-85CC-421D0917595E}" dt="2023-11-08T16:58:11.441" v="4476" actId="552"/>
        <pc:sldMkLst>
          <pc:docMk/>
          <pc:sldMk cId="4080522885" sldId="319"/>
        </pc:sldMkLst>
      </pc:sldChg>
      <pc:sldChg chg="addSp delSp modSp add mod">
        <pc:chgData name="Benjamin Robert" userId="bdf697ffd98a8826" providerId="LiveId" clId="{606CDD9B-9A2D-4C79-85CC-421D0917595E}" dt="2023-11-08T16:59:20.644" v="4485" actId="1076"/>
        <pc:sldMkLst>
          <pc:docMk/>
          <pc:sldMk cId="1302240741" sldId="320"/>
        </pc:sldMkLst>
      </pc:sldChg>
      <pc:sldChg chg="addSp delSp modSp add mod">
        <pc:chgData name="Benjamin Robert" userId="bdf697ffd98a8826" providerId="LiveId" clId="{606CDD9B-9A2D-4C79-85CC-421D0917595E}" dt="2023-11-08T17:17:59.809" v="4668" actId="20577"/>
        <pc:sldMkLst>
          <pc:docMk/>
          <pc:sldMk cId="3364691786" sldId="321"/>
        </pc:sldMkLst>
      </pc:sldChg>
      <pc:sldChg chg="addSp delSp modSp add mod">
        <pc:chgData name="Benjamin Robert" userId="bdf697ffd98a8826" providerId="LiveId" clId="{606CDD9B-9A2D-4C79-85CC-421D0917595E}" dt="2023-11-08T17:06:15.111" v="4564" actId="400"/>
        <pc:sldMkLst>
          <pc:docMk/>
          <pc:sldMk cId="1130772838" sldId="322"/>
        </pc:sldMkLst>
      </pc:sldChg>
      <pc:sldChg chg="addSp delSp modSp add mod">
        <pc:chgData name="Benjamin Robert" userId="bdf697ffd98a8826" providerId="LiveId" clId="{606CDD9B-9A2D-4C79-85CC-421D0917595E}" dt="2023-11-08T17:07:17.850" v="4583" actId="1076"/>
        <pc:sldMkLst>
          <pc:docMk/>
          <pc:sldMk cId="558224691" sldId="323"/>
        </pc:sldMkLst>
      </pc:sldChg>
      <pc:sldChg chg="addSp modSp add mod">
        <pc:chgData name="Benjamin Robert" userId="bdf697ffd98a8826" providerId="LiveId" clId="{606CDD9B-9A2D-4C79-85CC-421D0917595E}" dt="2023-11-08T17:07:50.296" v="4588" actId="400"/>
        <pc:sldMkLst>
          <pc:docMk/>
          <pc:sldMk cId="615366645" sldId="324"/>
        </pc:sldMkLst>
      </pc:sldChg>
      <pc:sldChg chg="addSp delSp modSp add mod">
        <pc:chgData name="Benjamin Robert" userId="bdf697ffd98a8826" providerId="LiveId" clId="{606CDD9B-9A2D-4C79-85CC-421D0917595E}" dt="2023-11-08T17:08:54.481" v="4626" actId="1038"/>
        <pc:sldMkLst>
          <pc:docMk/>
          <pc:sldMk cId="260925361" sldId="325"/>
        </pc:sldMkLst>
      </pc:sldChg>
      <pc:sldChg chg="addSp delSp modSp add mod">
        <pc:chgData name="Benjamin Robert" userId="bdf697ffd98a8826" providerId="LiveId" clId="{606CDD9B-9A2D-4C79-85CC-421D0917595E}" dt="2023-11-08T17:09:32.082" v="4632" actId="400"/>
        <pc:sldMkLst>
          <pc:docMk/>
          <pc:sldMk cId="2431365379" sldId="326"/>
        </pc:sldMkLst>
      </pc:sldChg>
      <pc:sldChg chg="addSp delSp modSp add mod">
        <pc:chgData name="Benjamin Robert" userId="bdf697ffd98a8826" providerId="LiveId" clId="{606CDD9B-9A2D-4C79-85CC-421D0917595E}" dt="2023-11-08T17:10:48.227" v="4649" actId="552"/>
        <pc:sldMkLst>
          <pc:docMk/>
          <pc:sldMk cId="2261574063" sldId="327"/>
        </pc:sldMkLst>
      </pc:sldChg>
      <pc:sldChg chg="addSp delSp modSp add mod">
        <pc:chgData name="Benjamin Robert" userId="bdf697ffd98a8826" providerId="LiveId" clId="{606CDD9B-9A2D-4C79-85CC-421D0917595E}" dt="2023-11-08T17:11:23.290" v="4654" actId="400"/>
        <pc:sldMkLst>
          <pc:docMk/>
          <pc:sldMk cId="1696003831" sldId="328"/>
        </pc:sldMkLst>
      </pc:sldChg>
      <pc:sldChg chg="addSp delSp modSp add mod">
        <pc:chgData name="Benjamin Robert" userId="bdf697ffd98a8826" providerId="LiveId" clId="{606CDD9B-9A2D-4C79-85CC-421D0917595E}" dt="2023-11-08T17:11:34.268" v="4656" actId="478"/>
        <pc:sldMkLst>
          <pc:docMk/>
          <pc:sldMk cId="2475790112" sldId="32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D3E35D-391A-E051-594E-DCABDBBC0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4500843-FF4A-63CD-A8F8-8A857A0F1B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239ACB4-E3FD-0F5C-5F90-CD9A7B1B2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B196B8-3F2A-C740-1EC9-B5089036E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597CFE3-EB06-50B8-3B42-B6FF0093C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332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65115-FB49-5790-25B3-1AC49D1B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2CE3FD-8A0A-FFB4-D306-0B6B5CC13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2B24AD-4926-684D-3783-DF897BD1D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4BF9B2-D485-2496-6A6D-073E38931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207F5F6-CDD6-D9C1-7CB0-D9210AE41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65144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12A6B5-7B13-A8F4-2797-7D7944D84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11875A7-8546-DC2F-06BB-9CEDAD5D5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12A737F-10CE-4D00-DF91-8EBD8360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159A12-3B95-BDB8-FBAC-11A4F52FF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85FAD34-8415-E3A0-A730-C520FCA7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748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813B68-20F1-3850-B537-4D3E2957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FE0333-1AFC-1EFA-DB78-E4EED751E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A12A77D-8F3F-6167-8341-D40EB434CA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1A0BF1-0EAE-BE1F-E23F-C99DD422B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1E35EAE-9D47-468C-6B6A-8183ACCB3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47147A3-A914-F05E-6D0E-887DE9284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912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62C3E8-AED5-9C57-59C5-5037AB740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6AFB40E-4DF1-7805-126E-FB6044CAF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0B52824-34D2-6262-A87F-9063A320BB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E05F957-0D9D-1614-9175-E5B57493FD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83E8216-F2E2-0822-E29D-1FD9002231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FC8C6E3-E7F8-FD3E-A9E2-E456CA05D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2DE7509-96AC-FC58-E123-CA6807A04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6F5E6691-4D06-C4EC-5F5D-67E37D41C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8411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7A3C94-0A86-5C39-AC76-BC6347D40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3D3EEAC-E143-D93D-EBCA-9276F648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0AE82B3-D4E6-3EA7-CC91-F46DB205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63A588-20AB-48A4-63F3-7A242FDAC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0597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441459A-4779-2B42-7F12-95B78A6FB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6443840-314E-6A31-69E0-639A9AD02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F29936B-46A8-815B-6BEF-2166CB23A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2548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6A885B-8B9A-4EDA-C630-BBD6097C9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07B0B36-6AB3-E061-4C9F-8FEF74AA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186A403-5A0C-032E-86FE-3EF6883F7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499C1F0-5FC3-D63C-26A8-7D3E436D0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B134EE8-79E6-A79E-EA75-80A8511EB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1AE7BD7-6963-140A-8A46-4C2702C9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66497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6A3298-6D16-9DA3-446B-87B3C7D07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EB70EEF-0D9E-1A25-AC90-2B869242A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704DFF0-F443-9AAA-E0B6-6E58A7A9F3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9A7A621-2BD8-B03A-83BF-EC4972F26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82601B8-E7E9-6EC1-7952-6DC5DFF2A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5A8328A-1887-E974-8819-65BB266E2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6226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130712-4C4B-031A-4930-B1DB1584A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E756BA4-B455-6CC7-B2A2-18FE3ECFE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2CB126-E3A1-E0B0-7AD2-6832F6729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6F1EBC-D197-07A5-6AF3-951768758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50A3E9-8A52-C023-2C00-41661CA65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0323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49BF7AAA-8093-998C-9637-2B59D2BB65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657BBDE-821C-0F57-B70A-70977E3D2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2606294-F3F1-58B4-128D-52FBFE5BA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B9B51D2-6190-6946-CF7C-48C73DC88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847A5F-6868-E1F1-C96A-E13268ED7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615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4B61AFD-9078-88B4-D038-1E5B5F2DB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4680F9C-1B9E-EB7C-A334-0BF20775D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FF9F0B4-ACD5-F3E0-6357-EA66E4F124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D5D1CE-B36B-4FF6-9705-E147FB9A8993}" type="datetimeFigureOut">
              <a:rPr lang="fr-FR" smtClean="0"/>
              <a:t>06/11/2025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DF10F1C-8B9A-E0CA-0D0D-BF2645B23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E327A0-C78A-3BA6-532D-43FD959D9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A34296-1234-434B-928E-4F2213CD894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0446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789" r:id="rId5"/>
    <p:sldLayoutId id="2147483790" r:id="rId6"/>
    <p:sldLayoutId id="2147483791" r:id="rId7"/>
    <p:sldLayoutId id="2147483792" r:id="rId8"/>
    <p:sldLayoutId id="2147483793" r:id="rId9"/>
    <p:sldLayoutId id="2147483794" r:id="rId10"/>
    <p:sldLayoutId id="21474837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svg"/><Relationship Id="rId7" Type="http://schemas.openxmlformats.org/officeDocument/2006/relationships/image" Target="../media/image8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5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svg"/><Relationship Id="rId7" Type="http://schemas.openxmlformats.org/officeDocument/2006/relationships/image" Target="../media/image1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microsoft.com/office/2007/relationships/hdphoto" Target="../media/hdphoto1.wdp"/><Relationship Id="rId10" Type="http://schemas.openxmlformats.org/officeDocument/2006/relationships/image" Target="../media/image15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0.svg"/><Relationship Id="rId3" Type="http://schemas.openxmlformats.org/officeDocument/2006/relationships/image" Target="../media/image5.svg"/><Relationship Id="rId7" Type="http://schemas.openxmlformats.org/officeDocument/2006/relationships/image" Target="../media/image12.svg"/><Relationship Id="rId12" Type="http://schemas.openxmlformats.org/officeDocument/2006/relationships/image" Target="../media/image1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microsoft.com/office/2007/relationships/hdphoto" Target="../media/hdphoto1.wdp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6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2.wdp"/><Relationship Id="rId7" Type="http://schemas.openxmlformats.org/officeDocument/2006/relationships/image" Target="../media/image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2.wdp"/><Relationship Id="rId7" Type="http://schemas.openxmlformats.org/officeDocument/2006/relationships/image" Target="../media/image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2.wdp"/><Relationship Id="rId7" Type="http://schemas.openxmlformats.org/officeDocument/2006/relationships/image" Target="../media/image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6.svg"/><Relationship Id="rId4" Type="http://schemas.openxmlformats.org/officeDocument/2006/relationships/image" Target="../media/image25.png"/><Relationship Id="rId9" Type="http://schemas.microsoft.com/office/2007/relationships/hdphoto" Target="../media/hdphoto1.wdp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microsoft.com/office/2007/relationships/hdphoto" Target="../media/hdphoto2.wdp"/><Relationship Id="rId7" Type="http://schemas.microsoft.com/office/2007/relationships/hdphoto" Target="../media/hdphoto1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2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2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26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F54041D4-4DEE-2510-77DF-0E0E82B0D0C8}"/>
              </a:ext>
            </a:extLst>
          </p:cNvPr>
          <p:cNvSpPr txBox="1"/>
          <p:nvPr/>
        </p:nvSpPr>
        <p:spPr>
          <a:xfrm>
            <a:off x="1" y="1942283"/>
            <a:ext cx="1219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/>
              <a:t>Gérer un projet avec 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18145A7-A59B-E86E-6989-799766D074E5}"/>
              </a:ext>
            </a:extLst>
          </p:cNvPr>
          <p:cNvSpPr txBox="1"/>
          <p:nvPr/>
        </p:nvSpPr>
        <p:spPr>
          <a:xfrm>
            <a:off x="9679576" y="6248400"/>
            <a:ext cx="2512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dirty="0"/>
              <a:t>Benjamin Robert</a:t>
            </a:r>
          </a:p>
        </p:txBody>
      </p:sp>
      <p:pic>
        <p:nvPicPr>
          <p:cNvPr id="1026" name="Picture 2" descr="Git full logo transparent PNG - StickPNG">
            <a:extLst>
              <a:ext uri="{FF2B5EF4-FFF2-40B4-BE49-F238E27FC236}">
                <a16:creationId xmlns:a16="http://schemas.microsoft.com/office/drawing/2014/main" id="{5E726847-0964-01AB-480A-ADD51298A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8059" y="2956968"/>
            <a:ext cx="264795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E10D8C79-A83B-051D-2252-2524E60736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045" y="2845153"/>
            <a:ext cx="2601004" cy="1462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70EC97A9-C9C2-E981-DD31-BC49159387F3}"/>
              </a:ext>
            </a:extLst>
          </p:cNvPr>
          <p:cNvSpPr txBox="1"/>
          <p:nvPr/>
        </p:nvSpPr>
        <p:spPr>
          <a:xfrm>
            <a:off x="-435428" y="6400688"/>
            <a:ext cx="2512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07/11/2024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60233089-E4FF-688F-6F44-C42FF5126A2D}"/>
              </a:ext>
            </a:extLst>
          </p:cNvPr>
          <p:cNvSpPr txBox="1"/>
          <p:nvPr/>
        </p:nvSpPr>
        <p:spPr>
          <a:xfrm>
            <a:off x="4714875" y="3142433"/>
            <a:ext cx="13049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/>
              <a:t>&amp;</a:t>
            </a:r>
          </a:p>
        </p:txBody>
      </p:sp>
    </p:spTree>
    <p:extLst>
      <p:ext uri="{BB962C8B-B14F-4D97-AF65-F5344CB8AC3E}">
        <p14:creationId xmlns:p14="http://schemas.microsoft.com/office/powerpoint/2010/main" val="3992679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A49CD5-DA26-1245-3A6A-F902D8706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4DC593-53CD-E73F-C182-2902BF42BE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" y="1625328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fr-FR" sz="2800" dirty="0"/>
              <a:t>Dépôt local et gestion de versions, pourquoi faire ?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fr-FR" dirty="0"/>
              <a:t>Pourquoi utiliser un dépôt distant ?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fr-FR" dirty="0"/>
              <a:t>GIT, initier son dépôt local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fr-FR" dirty="0" err="1"/>
              <a:t>GITHub</a:t>
            </a:r>
            <a:r>
              <a:rPr lang="fr-FR" dirty="0"/>
              <a:t>, créer son dépôt dans le cloud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fr-FR" dirty="0"/>
              <a:t>Comprendre les branches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fr-FR" dirty="0"/>
              <a:t>Travailler avec un dépôt distant</a:t>
            </a:r>
          </a:p>
        </p:txBody>
      </p:sp>
    </p:spTree>
    <p:extLst>
      <p:ext uri="{BB962C8B-B14F-4D97-AF65-F5344CB8AC3E}">
        <p14:creationId xmlns:p14="http://schemas.microsoft.com/office/powerpoint/2010/main" val="621753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2875D5-B44C-A5DC-90F7-96A4F2D90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Dépôt local et gestion de versions, pourquoi faire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180F2-98DE-D787-5B08-2A94146C1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94996"/>
            <a:ext cx="5484223" cy="4351338"/>
          </a:xfrm>
        </p:spPr>
        <p:txBody>
          <a:bodyPr>
            <a:normAutofit/>
          </a:bodyPr>
          <a:lstStyle/>
          <a:p>
            <a:r>
              <a:rPr lang="fr-FR" sz="2400" dirty="0"/>
              <a:t>Garder un historique des modifications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F413FE76-84EC-F7B2-4D63-F3AFF6677F9D}"/>
              </a:ext>
            </a:extLst>
          </p:cNvPr>
          <p:cNvCxnSpPr>
            <a:cxnSpLocks/>
          </p:cNvCxnSpPr>
          <p:nvPr/>
        </p:nvCxnSpPr>
        <p:spPr>
          <a:xfrm>
            <a:off x="2647408" y="5355772"/>
            <a:ext cx="2447106" cy="0"/>
          </a:xfrm>
          <a:prstGeom prst="line">
            <a:avLst/>
          </a:prstGeom>
          <a:ln w="76200"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91EC7FDB-BE0C-DC20-427F-DD7F8C461D59}"/>
              </a:ext>
            </a:extLst>
          </p:cNvPr>
          <p:cNvSpPr/>
          <p:nvPr/>
        </p:nvSpPr>
        <p:spPr>
          <a:xfrm>
            <a:off x="2342361" y="5033556"/>
            <a:ext cx="653142" cy="653143"/>
          </a:xfrm>
          <a:prstGeom prst="ellipse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D87D617-965D-7C56-A7A6-EAA903533716}"/>
              </a:ext>
            </a:extLst>
          </p:cNvPr>
          <p:cNvSpPr txBox="1"/>
          <p:nvPr/>
        </p:nvSpPr>
        <p:spPr>
          <a:xfrm>
            <a:off x="2281647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08h00</a:t>
            </a:r>
          </a:p>
        </p:txBody>
      </p:sp>
      <p:pic>
        <p:nvPicPr>
          <p:cNvPr id="20" name="Picture 2" descr="Git full logo transparent PNG - StickPNG">
            <a:extLst>
              <a:ext uri="{FF2B5EF4-FFF2-40B4-BE49-F238E27FC236}">
                <a16:creationId xmlns:a16="http://schemas.microsoft.com/office/drawing/2014/main" id="{370156B7-8DCE-0FEB-6E22-525B698E9F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3" r="25005"/>
          <a:stretch/>
        </p:blipFill>
        <p:spPr bwMode="auto">
          <a:xfrm>
            <a:off x="400595" y="4761004"/>
            <a:ext cx="146304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255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2875D5-B44C-A5DC-90F7-96A4F2D90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Dépôt local et gestion de versions, pourquoi faire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180F2-98DE-D787-5B08-2A94146C1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94996"/>
            <a:ext cx="5484223" cy="4351338"/>
          </a:xfrm>
        </p:spPr>
        <p:txBody>
          <a:bodyPr>
            <a:normAutofit/>
          </a:bodyPr>
          <a:lstStyle/>
          <a:p>
            <a:r>
              <a:rPr lang="fr-FR" sz="2400" dirty="0"/>
              <a:t>Garder un historique des modifications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F413FE76-84EC-F7B2-4D63-F3AFF6677F9D}"/>
              </a:ext>
            </a:extLst>
          </p:cNvPr>
          <p:cNvCxnSpPr>
            <a:cxnSpLocks/>
          </p:cNvCxnSpPr>
          <p:nvPr/>
        </p:nvCxnSpPr>
        <p:spPr>
          <a:xfrm>
            <a:off x="2647408" y="5355772"/>
            <a:ext cx="4450078" cy="0"/>
          </a:xfrm>
          <a:prstGeom prst="line">
            <a:avLst/>
          </a:prstGeom>
          <a:ln w="76200"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91EC7FDB-BE0C-DC20-427F-DD7F8C461D59}"/>
              </a:ext>
            </a:extLst>
          </p:cNvPr>
          <p:cNvSpPr/>
          <p:nvPr/>
        </p:nvSpPr>
        <p:spPr>
          <a:xfrm>
            <a:off x="2342361" y="5033556"/>
            <a:ext cx="653142" cy="653143"/>
          </a:xfrm>
          <a:prstGeom prst="ellipse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068E2F7-69B1-A882-5E70-21CE4E0B56B3}"/>
              </a:ext>
            </a:extLst>
          </p:cNvPr>
          <p:cNvSpPr/>
          <p:nvPr/>
        </p:nvSpPr>
        <p:spPr>
          <a:xfrm>
            <a:off x="5168293" y="5011785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D87D617-965D-7C56-A7A6-EAA903533716}"/>
              </a:ext>
            </a:extLst>
          </p:cNvPr>
          <p:cNvSpPr txBox="1"/>
          <p:nvPr/>
        </p:nvSpPr>
        <p:spPr>
          <a:xfrm>
            <a:off x="2281647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08h00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341DD64-99F9-D34B-CC9A-A6915D93CA2B}"/>
              </a:ext>
            </a:extLst>
          </p:cNvPr>
          <p:cNvSpPr txBox="1"/>
          <p:nvPr/>
        </p:nvSpPr>
        <p:spPr>
          <a:xfrm>
            <a:off x="5107579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08h32</a:t>
            </a:r>
          </a:p>
        </p:txBody>
      </p:sp>
      <p:pic>
        <p:nvPicPr>
          <p:cNvPr id="20" name="Picture 2" descr="Git full logo transparent PNG - StickPNG">
            <a:extLst>
              <a:ext uri="{FF2B5EF4-FFF2-40B4-BE49-F238E27FC236}">
                <a16:creationId xmlns:a16="http://schemas.microsoft.com/office/drawing/2014/main" id="{370156B7-8DCE-0FEB-6E22-525B698E9F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3" r="25005"/>
          <a:stretch/>
        </p:blipFill>
        <p:spPr bwMode="auto">
          <a:xfrm>
            <a:off x="400595" y="4761004"/>
            <a:ext cx="146304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463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2875D5-B44C-A5DC-90F7-96A4F2D90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Dépôt local et gestion de versions, pourquoi faire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180F2-98DE-D787-5B08-2A94146C1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94996"/>
            <a:ext cx="5484223" cy="4351338"/>
          </a:xfrm>
        </p:spPr>
        <p:txBody>
          <a:bodyPr>
            <a:normAutofit/>
          </a:bodyPr>
          <a:lstStyle/>
          <a:p>
            <a:r>
              <a:rPr lang="fr-FR" sz="2400" dirty="0"/>
              <a:t>Garder un historique des modifications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F413FE76-84EC-F7B2-4D63-F3AFF6677F9D}"/>
              </a:ext>
            </a:extLst>
          </p:cNvPr>
          <p:cNvCxnSpPr/>
          <p:nvPr/>
        </p:nvCxnSpPr>
        <p:spPr>
          <a:xfrm>
            <a:off x="2647408" y="5355772"/>
            <a:ext cx="6757851" cy="0"/>
          </a:xfrm>
          <a:prstGeom prst="line">
            <a:avLst/>
          </a:prstGeom>
          <a:ln w="76200"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91EC7FDB-BE0C-DC20-427F-DD7F8C461D59}"/>
              </a:ext>
            </a:extLst>
          </p:cNvPr>
          <p:cNvSpPr/>
          <p:nvPr/>
        </p:nvSpPr>
        <p:spPr>
          <a:xfrm>
            <a:off x="2342361" y="5033556"/>
            <a:ext cx="653142" cy="653143"/>
          </a:xfrm>
          <a:prstGeom prst="ellipse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068E2F7-69B1-A882-5E70-21CE4E0B56B3}"/>
              </a:ext>
            </a:extLst>
          </p:cNvPr>
          <p:cNvSpPr/>
          <p:nvPr/>
        </p:nvSpPr>
        <p:spPr>
          <a:xfrm>
            <a:off x="5168293" y="5011785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D9A3E253-4FFF-C519-3CC5-94A034506966}"/>
              </a:ext>
            </a:extLst>
          </p:cNvPr>
          <p:cNvSpPr/>
          <p:nvPr/>
        </p:nvSpPr>
        <p:spPr>
          <a:xfrm>
            <a:off x="7872550" y="4990013"/>
            <a:ext cx="722811" cy="73152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38100">
            <a:prstDash val="sys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D87D617-965D-7C56-A7A6-EAA903533716}"/>
              </a:ext>
            </a:extLst>
          </p:cNvPr>
          <p:cNvSpPr txBox="1"/>
          <p:nvPr/>
        </p:nvSpPr>
        <p:spPr>
          <a:xfrm>
            <a:off x="2281647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08h00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341DD64-99F9-D34B-CC9A-A6915D93CA2B}"/>
              </a:ext>
            </a:extLst>
          </p:cNvPr>
          <p:cNvSpPr txBox="1"/>
          <p:nvPr/>
        </p:nvSpPr>
        <p:spPr>
          <a:xfrm>
            <a:off x="5107579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08h32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D5BD058-B701-C6CE-17E2-8C0F063B01E9}"/>
              </a:ext>
            </a:extLst>
          </p:cNvPr>
          <p:cNvSpPr txBox="1"/>
          <p:nvPr/>
        </p:nvSpPr>
        <p:spPr>
          <a:xfrm>
            <a:off x="7846670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09h56</a:t>
            </a:r>
          </a:p>
        </p:txBody>
      </p:sp>
      <p:pic>
        <p:nvPicPr>
          <p:cNvPr id="20" name="Picture 2" descr="Git full logo transparent PNG - StickPNG">
            <a:extLst>
              <a:ext uri="{FF2B5EF4-FFF2-40B4-BE49-F238E27FC236}">
                <a16:creationId xmlns:a16="http://schemas.microsoft.com/office/drawing/2014/main" id="{370156B7-8DCE-0FEB-6E22-525B698E9F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3" r="25005"/>
          <a:stretch/>
        </p:blipFill>
        <p:spPr bwMode="auto">
          <a:xfrm>
            <a:off x="400595" y="4761004"/>
            <a:ext cx="146304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7523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>
            <a:extLst>
              <a:ext uri="{FF2B5EF4-FFF2-40B4-BE49-F238E27FC236}">
                <a16:creationId xmlns:a16="http://schemas.microsoft.com/office/drawing/2014/main" id="{9B4DAB3B-FC19-A79C-6DE7-0533B3AE9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Dépôt local et gestion de versions, pourquoi faire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180F2-98DE-D787-5B08-2A94146C1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94996"/>
            <a:ext cx="5484223" cy="4351338"/>
          </a:xfrm>
        </p:spPr>
        <p:txBody>
          <a:bodyPr>
            <a:normAutofit/>
          </a:bodyPr>
          <a:lstStyle/>
          <a:p>
            <a:r>
              <a:rPr lang="fr-FR" sz="2400" dirty="0"/>
              <a:t>Garder un historique des modifications</a:t>
            </a:r>
          </a:p>
          <a:p>
            <a:r>
              <a:rPr lang="fr-FR" sz="2400" dirty="0"/>
              <a:t>Revenir en arrière</a:t>
            </a:r>
          </a:p>
          <a:p>
            <a:endParaRPr lang="fr-FR" sz="2400" dirty="0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F413FE76-84EC-F7B2-4D63-F3AFF6677F9D}"/>
              </a:ext>
            </a:extLst>
          </p:cNvPr>
          <p:cNvCxnSpPr/>
          <p:nvPr/>
        </p:nvCxnSpPr>
        <p:spPr>
          <a:xfrm>
            <a:off x="2647408" y="5355772"/>
            <a:ext cx="6757851" cy="0"/>
          </a:xfrm>
          <a:prstGeom prst="line">
            <a:avLst/>
          </a:prstGeom>
          <a:ln w="76200"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91EC7FDB-BE0C-DC20-427F-DD7F8C461D59}"/>
              </a:ext>
            </a:extLst>
          </p:cNvPr>
          <p:cNvSpPr/>
          <p:nvPr/>
        </p:nvSpPr>
        <p:spPr>
          <a:xfrm>
            <a:off x="2342361" y="5033556"/>
            <a:ext cx="653142" cy="653143"/>
          </a:xfrm>
          <a:prstGeom prst="ellipse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068E2F7-69B1-A882-5E70-21CE4E0B56B3}"/>
              </a:ext>
            </a:extLst>
          </p:cNvPr>
          <p:cNvSpPr/>
          <p:nvPr/>
        </p:nvSpPr>
        <p:spPr>
          <a:xfrm>
            <a:off x="5168293" y="5011785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D9A3E253-4FFF-C519-3CC5-94A034506966}"/>
              </a:ext>
            </a:extLst>
          </p:cNvPr>
          <p:cNvSpPr/>
          <p:nvPr/>
        </p:nvSpPr>
        <p:spPr>
          <a:xfrm>
            <a:off x="7872550" y="4990013"/>
            <a:ext cx="722811" cy="73152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38100">
            <a:prstDash val="sys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D87D617-965D-7C56-A7A6-EAA903533716}"/>
              </a:ext>
            </a:extLst>
          </p:cNvPr>
          <p:cNvSpPr txBox="1"/>
          <p:nvPr/>
        </p:nvSpPr>
        <p:spPr>
          <a:xfrm>
            <a:off x="2281647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08h00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341DD64-99F9-D34B-CC9A-A6915D93CA2B}"/>
              </a:ext>
            </a:extLst>
          </p:cNvPr>
          <p:cNvSpPr txBox="1"/>
          <p:nvPr/>
        </p:nvSpPr>
        <p:spPr>
          <a:xfrm>
            <a:off x="5107579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08h32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D5BD058-B701-C6CE-17E2-8C0F063B01E9}"/>
              </a:ext>
            </a:extLst>
          </p:cNvPr>
          <p:cNvSpPr txBox="1"/>
          <p:nvPr/>
        </p:nvSpPr>
        <p:spPr>
          <a:xfrm>
            <a:off x="7846670" y="584345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09h56</a:t>
            </a:r>
          </a:p>
        </p:txBody>
      </p:sp>
      <p:cxnSp>
        <p:nvCxnSpPr>
          <p:cNvPr id="17" name="Connecteur : en arc 16">
            <a:extLst>
              <a:ext uri="{FF2B5EF4-FFF2-40B4-BE49-F238E27FC236}">
                <a16:creationId xmlns:a16="http://schemas.microsoft.com/office/drawing/2014/main" id="{A9EB5BC5-4676-8276-1D4D-C0FB82F795F1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05776" y="3492016"/>
            <a:ext cx="21772" cy="2739092"/>
          </a:xfrm>
          <a:prstGeom prst="curvedConnector3">
            <a:avLst>
              <a:gd name="adj1" fmla="val -5129864"/>
            </a:avLst>
          </a:prstGeom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6" name="Picture 2" descr="Git full logo transparent PNG - StickPNG">
            <a:extLst>
              <a:ext uri="{FF2B5EF4-FFF2-40B4-BE49-F238E27FC236}">
                <a16:creationId xmlns:a16="http://schemas.microsoft.com/office/drawing/2014/main" id="{1F0E3BFC-5A4A-3662-2878-8F7A8D1191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3" r="25005"/>
          <a:stretch/>
        </p:blipFill>
        <p:spPr bwMode="auto">
          <a:xfrm>
            <a:off x="400595" y="4761004"/>
            <a:ext cx="146304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3731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re 1">
            <a:extLst>
              <a:ext uri="{FF2B5EF4-FFF2-40B4-BE49-F238E27FC236}">
                <a16:creationId xmlns:a16="http://schemas.microsoft.com/office/drawing/2014/main" id="{A9A1F4B9-FCD1-22FF-48AB-9CC9CAADC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Dépôt local et gestion de versions, pourquoi faire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180F2-98DE-D787-5B08-2A94146C1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94996"/>
            <a:ext cx="8506097" cy="4351338"/>
          </a:xfrm>
        </p:spPr>
        <p:txBody>
          <a:bodyPr>
            <a:normAutofit/>
          </a:bodyPr>
          <a:lstStyle/>
          <a:p>
            <a:r>
              <a:rPr lang="fr-FR" sz="2400" dirty="0"/>
              <a:t>Garder un historique des modifications</a:t>
            </a:r>
          </a:p>
          <a:p>
            <a:r>
              <a:rPr lang="fr-FR" sz="2400" dirty="0"/>
              <a:t>Revenir en arrière</a:t>
            </a:r>
          </a:p>
          <a:p>
            <a:r>
              <a:rPr lang="fr-FR" sz="2400" dirty="0"/>
              <a:t>Maitriser plusieurs versions</a:t>
            </a: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34E6A73C-6433-1EBF-6504-F786F26087FF}"/>
              </a:ext>
            </a:extLst>
          </p:cNvPr>
          <p:cNvSpPr/>
          <p:nvPr/>
        </p:nvSpPr>
        <p:spPr>
          <a:xfrm>
            <a:off x="5508689" y="5181597"/>
            <a:ext cx="3835608" cy="1268874"/>
          </a:xfrm>
          <a:custGeom>
            <a:avLst/>
            <a:gdLst>
              <a:gd name="connsiteX0" fmla="*/ 38671 w 3835608"/>
              <a:gd name="connsiteY0" fmla="*/ 0 h 1268874"/>
              <a:gd name="connsiteX1" fmla="*/ 543768 w 3835608"/>
              <a:gd name="connsiteY1" fmla="*/ 1105989 h 1268874"/>
              <a:gd name="connsiteX2" fmla="*/ 3835608 w 3835608"/>
              <a:gd name="connsiteY2" fmla="*/ 1262743 h 1268874"/>
              <a:gd name="connsiteX3" fmla="*/ 3835608 w 3835608"/>
              <a:gd name="connsiteY3" fmla="*/ 1262743 h 1268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5608" h="1268874">
                <a:moveTo>
                  <a:pt x="38671" y="0"/>
                </a:moveTo>
                <a:cubicBezTo>
                  <a:pt x="-25192" y="447766"/>
                  <a:pt x="-89055" y="895532"/>
                  <a:pt x="543768" y="1105989"/>
                </a:cubicBezTo>
                <a:cubicBezTo>
                  <a:pt x="1176591" y="1316446"/>
                  <a:pt x="3835608" y="1262743"/>
                  <a:pt x="3835608" y="1262743"/>
                </a:cubicBezTo>
                <a:lnTo>
                  <a:pt x="3835608" y="1262743"/>
                </a:lnTo>
              </a:path>
            </a:pathLst>
          </a:custGeom>
          <a:noFill/>
          <a:ln w="762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F413FE76-84EC-F7B2-4D63-F3AFF6677F9D}"/>
              </a:ext>
            </a:extLst>
          </p:cNvPr>
          <p:cNvCxnSpPr/>
          <p:nvPr/>
        </p:nvCxnSpPr>
        <p:spPr>
          <a:xfrm>
            <a:off x="2647408" y="5355772"/>
            <a:ext cx="6757851" cy="0"/>
          </a:xfrm>
          <a:prstGeom prst="line">
            <a:avLst/>
          </a:prstGeom>
          <a:ln w="76200"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91EC7FDB-BE0C-DC20-427F-DD7F8C461D59}"/>
              </a:ext>
            </a:extLst>
          </p:cNvPr>
          <p:cNvSpPr/>
          <p:nvPr/>
        </p:nvSpPr>
        <p:spPr>
          <a:xfrm>
            <a:off x="2342361" y="5033556"/>
            <a:ext cx="653142" cy="653143"/>
          </a:xfrm>
          <a:prstGeom prst="ellipse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068E2F7-69B1-A882-5E70-21CE4E0B56B3}"/>
              </a:ext>
            </a:extLst>
          </p:cNvPr>
          <p:cNvSpPr/>
          <p:nvPr/>
        </p:nvSpPr>
        <p:spPr>
          <a:xfrm>
            <a:off x="5168293" y="5011785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D9A3E253-4FFF-C519-3CC5-94A034506966}"/>
              </a:ext>
            </a:extLst>
          </p:cNvPr>
          <p:cNvSpPr/>
          <p:nvPr/>
        </p:nvSpPr>
        <p:spPr>
          <a:xfrm>
            <a:off x="7872550" y="4990013"/>
            <a:ext cx="722811" cy="73152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38100">
            <a:prstDash val="sys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8F994AB-0F27-83F4-945C-83A494A671CA}"/>
              </a:ext>
            </a:extLst>
          </p:cNvPr>
          <p:cNvSpPr/>
          <p:nvPr/>
        </p:nvSpPr>
        <p:spPr>
          <a:xfrm>
            <a:off x="7898430" y="6135185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3AC439CA-1CD3-855A-950F-87ECF2E2F465}"/>
              </a:ext>
            </a:extLst>
          </p:cNvPr>
          <p:cNvCxnSpPr>
            <a:stCxn id="18" idx="1"/>
            <a:endCxn id="18" idx="5"/>
          </p:cNvCxnSpPr>
          <p:nvPr/>
        </p:nvCxnSpPr>
        <p:spPr>
          <a:xfrm>
            <a:off x="7994080" y="6230836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511809B-9CDE-6FE3-0A96-F2D73A255E35}"/>
              </a:ext>
            </a:extLst>
          </p:cNvPr>
          <p:cNvCxnSpPr>
            <a:cxnSpLocks/>
            <a:stCxn id="18" idx="7"/>
            <a:endCxn id="18" idx="3"/>
          </p:cNvCxnSpPr>
          <p:nvPr/>
        </p:nvCxnSpPr>
        <p:spPr>
          <a:xfrm flipH="1">
            <a:off x="7994080" y="6230836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7" name="Picture 2" descr="Git full logo transparent PNG - StickPNG">
            <a:extLst>
              <a:ext uri="{FF2B5EF4-FFF2-40B4-BE49-F238E27FC236}">
                <a16:creationId xmlns:a16="http://schemas.microsoft.com/office/drawing/2014/main" id="{B1F98C94-78D2-4BFF-37BB-5C73D843A3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3" r="25005"/>
          <a:stretch/>
        </p:blipFill>
        <p:spPr bwMode="auto">
          <a:xfrm>
            <a:off x="400595" y="4761004"/>
            <a:ext cx="146304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6774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re 1">
            <a:extLst>
              <a:ext uri="{FF2B5EF4-FFF2-40B4-BE49-F238E27FC236}">
                <a16:creationId xmlns:a16="http://schemas.microsoft.com/office/drawing/2014/main" id="{F4E359E0-949A-3261-3E86-35C80325F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000" dirty="0"/>
              <a:t>Dépôt local et gestion de versions, pourquoi faire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180F2-98DE-D787-5B08-2A94146C1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94996"/>
            <a:ext cx="5484223" cy="4351338"/>
          </a:xfrm>
        </p:spPr>
        <p:txBody>
          <a:bodyPr>
            <a:normAutofit/>
          </a:bodyPr>
          <a:lstStyle/>
          <a:p>
            <a:r>
              <a:rPr lang="fr-FR" sz="2400" dirty="0"/>
              <a:t>Garder un historique des modifications</a:t>
            </a:r>
          </a:p>
          <a:p>
            <a:r>
              <a:rPr lang="fr-FR" sz="2400" dirty="0"/>
              <a:t>Revenir en arrière</a:t>
            </a:r>
          </a:p>
          <a:p>
            <a:r>
              <a:rPr lang="fr-FR" sz="2400" dirty="0"/>
              <a:t>Maitriser plusieurs versions</a:t>
            </a:r>
          </a:p>
          <a:p>
            <a:r>
              <a:rPr lang="fr-FR" sz="2400" dirty="0"/>
              <a:t>Mettre en commun des modifications différentes sur un même projet</a:t>
            </a: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34E6A73C-6433-1EBF-6504-F786F26087FF}"/>
              </a:ext>
            </a:extLst>
          </p:cNvPr>
          <p:cNvSpPr/>
          <p:nvPr/>
        </p:nvSpPr>
        <p:spPr>
          <a:xfrm>
            <a:off x="5508689" y="5172888"/>
            <a:ext cx="3835608" cy="1268874"/>
          </a:xfrm>
          <a:custGeom>
            <a:avLst/>
            <a:gdLst>
              <a:gd name="connsiteX0" fmla="*/ 38671 w 3835608"/>
              <a:gd name="connsiteY0" fmla="*/ 0 h 1268874"/>
              <a:gd name="connsiteX1" fmla="*/ 543768 w 3835608"/>
              <a:gd name="connsiteY1" fmla="*/ 1105989 h 1268874"/>
              <a:gd name="connsiteX2" fmla="*/ 3835608 w 3835608"/>
              <a:gd name="connsiteY2" fmla="*/ 1262743 h 1268874"/>
              <a:gd name="connsiteX3" fmla="*/ 3835608 w 3835608"/>
              <a:gd name="connsiteY3" fmla="*/ 1262743 h 1268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5608" h="1268874">
                <a:moveTo>
                  <a:pt x="38671" y="0"/>
                </a:moveTo>
                <a:cubicBezTo>
                  <a:pt x="-25192" y="447766"/>
                  <a:pt x="-89055" y="895532"/>
                  <a:pt x="543768" y="1105989"/>
                </a:cubicBezTo>
                <a:cubicBezTo>
                  <a:pt x="1176591" y="1316446"/>
                  <a:pt x="3835608" y="1262743"/>
                  <a:pt x="3835608" y="1262743"/>
                </a:cubicBezTo>
                <a:lnTo>
                  <a:pt x="3835608" y="1262743"/>
                </a:lnTo>
              </a:path>
            </a:pathLst>
          </a:custGeom>
          <a:noFill/>
          <a:ln w="762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F413FE76-84EC-F7B2-4D63-F3AFF6677F9D}"/>
              </a:ext>
            </a:extLst>
          </p:cNvPr>
          <p:cNvCxnSpPr>
            <a:cxnSpLocks/>
          </p:cNvCxnSpPr>
          <p:nvPr/>
        </p:nvCxnSpPr>
        <p:spPr>
          <a:xfrm>
            <a:off x="2647408" y="5355772"/>
            <a:ext cx="9474923" cy="0"/>
          </a:xfrm>
          <a:prstGeom prst="line">
            <a:avLst/>
          </a:prstGeom>
          <a:ln w="76200"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91EC7FDB-BE0C-DC20-427F-DD7F8C461D59}"/>
              </a:ext>
            </a:extLst>
          </p:cNvPr>
          <p:cNvSpPr/>
          <p:nvPr/>
        </p:nvSpPr>
        <p:spPr>
          <a:xfrm>
            <a:off x="2342361" y="5033556"/>
            <a:ext cx="653142" cy="653143"/>
          </a:xfrm>
          <a:prstGeom prst="ellipse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068E2F7-69B1-A882-5E70-21CE4E0B56B3}"/>
              </a:ext>
            </a:extLst>
          </p:cNvPr>
          <p:cNvSpPr/>
          <p:nvPr/>
        </p:nvSpPr>
        <p:spPr>
          <a:xfrm>
            <a:off x="5168293" y="5011785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D9A3E253-4FFF-C519-3CC5-94A034506966}"/>
              </a:ext>
            </a:extLst>
          </p:cNvPr>
          <p:cNvSpPr/>
          <p:nvPr/>
        </p:nvSpPr>
        <p:spPr>
          <a:xfrm>
            <a:off x="7872550" y="4990013"/>
            <a:ext cx="722811" cy="73152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38100">
            <a:prstDash val="sys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8F994AB-0F27-83F4-945C-83A494A671CA}"/>
              </a:ext>
            </a:extLst>
          </p:cNvPr>
          <p:cNvSpPr/>
          <p:nvPr/>
        </p:nvSpPr>
        <p:spPr>
          <a:xfrm>
            <a:off x="7898430" y="6135185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3AC439CA-1CD3-855A-950F-87ECF2E2F465}"/>
              </a:ext>
            </a:extLst>
          </p:cNvPr>
          <p:cNvCxnSpPr>
            <a:stCxn id="18" idx="1"/>
            <a:endCxn id="18" idx="5"/>
          </p:cNvCxnSpPr>
          <p:nvPr/>
        </p:nvCxnSpPr>
        <p:spPr>
          <a:xfrm>
            <a:off x="7994080" y="6230836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511809B-9CDE-6FE3-0A96-F2D73A255E35}"/>
              </a:ext>
            </a:extLst>
          </p:cNvPr>
          <p:cNvCxnSpPr>
            <a:cxnSpLocks/>
            <a:stCxn id="18" idx="7"/>
            <a:endCxn id="18" idx="3"/>
          </p:cNvCxnSpPr>
          <p:nvPr/>
        </p:nvCxnSpPr>
        <p:spPr>
          <a:xfrm flipH="1">
            <a:off x="7994080" y="6230836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Connecteur : en arc 12">
            <a:extLst>
              <a:ext uri="{FF2B5EF4-FFF2-40B4-BE49-F238E27FC236}">
                <a16:creationId xmlns:a16="http://schemas.microsoft.com/office/drawing/2014/main" id="{D7769532-DC8C-249E-4C85-69B0917F93BB}"/>
              </a:ext>
            </a:extLst>
          </p:cNvPr>
          <p:cNvCxnSpPr>
            <a:cxnSpLocks/>
          </p:cNvCxnSpPr>
          <p:nvPr/>
        </p:nvCxnSpPr>
        <p:spPr>
          <a:xfrm flipV="1">
            <a:off x="9309463" y="5286099"/>
            <a:ext cx="1715588" cy="1149532"/>
          </a:xfrm>
          <a:prstGeom prst="curvedConnector3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llipse 18">
            <a:extLst>
              <a:ext uri="{FF2B5EF4-FFF2-40B4-BE49-F238E27FC236}">
                <a16:creationId xmlns:a16="http://schemas.microsoft.com/office/drawing/2014/main" id="{7B81EC42-0663-9D28-5B0B-B54C5CF169A6}"/>
              </a:ext>
            </a:extLst>
          </p:cNvPr>
          <p:cNvSpPr/>
          <p:nvPr/>
        </p:nvSpPr>
        <p:spPr>
          <a:xfrm>
            <a:off x="10376264" y="4994367"/>
            <a:ext cx="722811" cy="73152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38100">
            <a:prstDash val="sys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C07A099A-EA67-578C-CCC0-8C378C48A663}"/>
              </a:ext>
            </a:extLst>
          </p:cNvPr>
          <p:cNvCxnSpPr/>
          <p:nvPr/>
        </p:nvCxnSpPr>
        <p:spPr>
          <a:xfrm>
            <a:off x="10497794" y="5120497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F0062461-7C6B-E6F6-D0D6-05E8ECB38555}"/>
              </a:ext>
            </a:extLst>
          </p:cNvPr>
          <p:cNvCxnSpPr>
            <a:cxnSpLocks/>
          </p:cNvCxnSpPr>
          <p:nvPr/>
        </p:nvCxnSpPr>
        <p:spPr>
          <a:xfrm flipH="1">
            <a:off x="10497794" y="5120497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7" name="Picture 2" descr="Git full logo transparent PNG - StickPNG">
            <a:extLst>
              <a:ext uri="{FF2B5EF4-FFF2-40B4-BE49-F238E27FC236}">
                <a16:creationId xmlns:a16="http://schemas.microsoft.com/office/drawing/2014/main" id="{74842612-C1F1-D024-15A4-0101F67B09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3" r="25005"/>
          <a:stretch/>
        </p:blipFill>
        <p:spPr bwMode="auto">
          <a:xfrm>
            <a:off x="400595" y="4761004"/>
            <a:ext cx="146304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7855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que 11" descr="Nuage">
            <a:extLst>
              <a:ext uri="{FF2B5EF4-FFF2-40B4-BE49-F238E27FC236}">
                <a16:creationId xmlns:a16="http://schemas.microsoft.com/office/drawing/2014/main" id="{4D962F4F-E5E4-90EB-519E-39B0B80F7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2330" y="707572"/>
            <a:ext cx="2704011" cy="27040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1D891FD-1485-A009-12F5-CC30FCDDB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utiliser un dépôt distant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85857A-C421-6955-1136-AA2B86C7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83" y="2052050"/>
            <a:ext cx="635508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400" dirty="0"/>
              <a:t>Permet d’héberger son projet en ligne</a:t>
            </a:r>
          </a:p>
        </p:txBody>
      </p:sp>
      <p:pic>
        <p:nvPicPr>
          <p:cNvPr id="6" name="Picture 4" descr="GitHub Logo, symbol, meaning, history, PNG, brand">
            <a:extLst>
              <a:ext uri="{FF2B5EF4-FFF2-40B4-BE49-F238E27FC236}">
                <a16:creationId xmlns:a16="http://schemas.microsoft.com/office/drawing/2014/main" id="{634E073A-A4FD-560A-AD8E-287CA4AE0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199" y="1812523"/>
            <a:ext cx="1830298" cy="1029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phique 7" descr="Dossier ouvert">
            <a:extLst>
              <a:ext uri="{FF2B5EF4-FFF2-40B4-BE49-F238E27FC236}">
                <a16:creationId xmlns:a16="http://schemas.microsoft.com/office/drawing/2014/main" id="{442A8684-9A29-E652-0A98-641CD0B78A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82840" y="3553098"/>
            <a:ext cx="809897" cy="809897"/>
          </a:xfrm>
          <a:prstGeom prst="rect">
            <a:avLst/>
          </a:prstGeom>
        </p:spPr>
      </p:pic>
      <p:pic>
        <p:nvPicPr>
          <p:cNvPr id="10" name="Graphique 9" descr="Ordinateur">
            <a:extLst>
              <a:ext uri="{FF2B5EF4-FFF2-40B4-BE49-F238E27FC236}">
                <a16:creationId xmlns:a16="http://schemas.microsoft.com/office/drawing/2014/main" id="{4AE3E002-7CF7-4735-27B1-45141B56CD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4389" y="5061857"/>
            <a:ext cx="1345474" cy="1345474"/>
          </a:xfrm>
          <a:prstGeom prst="rect">
            <a:avLst/>
          </a:prstGeom>
        </p:spPr>
      </p:pic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5B350EE7-089A-13BA-8DCD-7D9617922CE8}"/>
              </a:ext>
            </a:extLst>
          </p:cNvPr>
          <p:cNvSpPr/>
          <p:nvPr/>
        </p:nvSpPr>
        <p:spPr>
          <a:xfrm rot="12252720">
            <a:off x="8307976" y="2804160"/>
            <a:ext cx="470261" cy="2394856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7853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que 11" descr="Nuage">
            <a:extLst>
              <a:ext uri="{FF2B5EF4-FFF2-40B4-BE49-F238E27FC236}">
                <a16:creationId xmlns:a16="http://schemas.microsoft.com/office/drawing/2014/main" id="{4D962F4F-E5E4-90EB-519E-39B0B80F7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2330" y="707572"/>
            <a:ext cx="2704011" cy="27040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1D891FD-1485-A009-12F5-CC30FCDDB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utiliser un dépôt distant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85857A-C421-6955-1136-AA2B86C7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83" y="2052050"/>
            <a:ext cx="635508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400" dirty="0"/>
              <a:t>Permet d’héberger son projet en ligne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Sauvegarde des historique de modifications</a:t>
            </a:r>
          </a:p>
        </p:txBody>
      </p:sp>
      <p:pic>
        <p:nvPicPr>
          <p:cNvPr id="6" name="Picture 4" descr="GitHub Logo, symbol, meaning, history, PNG, brand">
            <a:extLst>
              <a:ext uri="{FF2B5EF4-FFF2-40B4-BE49-F238E27FC236}">
                <a16:creationId xmlns:a16="http://schemas.microsoft.com/office/drawing/2014/main" id="{634E073A-A4FD-560A-AD8E-287CA4AE0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199" y="1812523"/>
            <a:ext cx="1830298" cy="1029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phique 7" descr="Dossier ouvert">
            <a:extLst>
              <a:ext uri="{FF2B5EF4-FFF2-40B4-BE49-F238E27FC236}">
                <a16:creationId xmlns:a16="http://schemas.microsoft.com/office/drawing/2014/main" id="{442A8684-9A29-E652-0A98-641CD0B78A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82840" y="3553098"/>
            <a:ext cx="809897" cy="809897"/>
          </a:xfrm>
          <a:prstGeom prst="rect">
            <a:avLst/>
          </a:prstGeom>
        </p:spPr>
      </p:pic>
      <p:pic>
        <p:nvPicPr>
          <p:cNvPr id="10" name="Graphique 9" descr="Ordinateur">
            <a:extLst>
              <a:ext uri="{FF2B5EF4-FFF2-40B4-BE49-F238E27FC236}">
                <a16:creationId xmlns:a16="http://schemas.microsoft.com/office/drawing/2014/main" id="{4AE3E002-7CF7-4735-27B1-45141B56CD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4389" y="5061857"/>
            <a:ext cx="1345474" cy="1345474"/>
          </a:xfrm>
          <a:prstGeom prst="rect">
            <a:avLst/>
          </a:prstGeom>
        </p:spPr>
      </p:pic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5B350EE7-089A-13BA-8DCD-7D9617922CE8}"/>
              </a:ext>
            </a:extLst>
          </p:cNvPr>
          <p:cNvSpPr/>
          <p:nvPr/>
        </p:nvSpPr>
        <p:spPr>
          <a:xfrm rot="12252720">
            <a:off x="8307976" y="2804160"/>
            <a:ext cx="470261" cy="2394856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Graphique 3" descr="Dossier ouvert">
            <a:extLst>
              <a:ext uri="{FF2B5EF4-FFF2-40B4-BE49-F238E27FC236}">
                <a16:creationId xmlns:a16="http://schemas.microsoft.com/office/drawing/2014/main" id="{DFF53526-8375-0B8B-F376-DF25D4F1856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240" y="3705498"/>
            <a:ext cx="809897" cy="809897"/>
          </a:xfrm>
          <a:prstGeom prst="rect">
            <a:avLst/>
          </a:prstGeom>
        </p:spPr>
      </p:pic>
      <p:pic>
        <p:nvPicPr>
          <p:cNvPr id="5" name="Graphique 4" descr="Dossier ouvert">
            <a:extLst>
              <a:ext uri="{FF2B5EF4-FFF2-40B4-BE49-F238E27FC236}">
                <a16:creationId xmlns:a16="http://schemas.microsoft.com/office/drawing/2014/main" id="{ADE322A6-8470-3564-8B97-492B908BE01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787640" y="3857898"/>
            <a:ext cx="809897" cy="8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745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que 11" descr="Nuage">
            <a:extLst>
              <a:ext uri="{FF2B5EF4-FFF2-40B4-BE49-F238E27FC236}">
                <a16:creationId xmlns:a16="http://schemas.microsoft.com/office/drawing/2014/main" id="{4D962F4F-E5E4-90EB-519E-39B0B80F7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2330" y="707572"/>
            <a:ext cx="2704011" cy="27040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1D891FD-1485-A009-12F5-CC30FCDDB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utiliser un dépôt distant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85857A-C421-6955-1136-AA2B86C7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83" y="2052050"/>
            <a:ext cx="635508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400" dirty="0"/>
              <a:t>Permet d’héberger son projet en ligne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Sauvegarde des historique de modifications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Possibilité de sécuriser son projet (privé)</a:t>
            </a:r>
          </a:p>
        </p:txBody>
      </p:sp>
      <p:pic>
        <p:nvPicPr>
          <p:cNvPr id="6" name="Picture 4" descr="GitHub Logo, symbol, meaning, history, PNG, brand">
            <a:extLst>
              <a:ext uri="{FF2B5EF4-FFF2-40B4-BE49-F238E27FC236}">
                <a16:creationId xmlns:a16="http://schemas.microsoft.com/office/drawing/2014/main" id="{634E073A-A4FD-560A-AD8E-287CA4AE0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199" y="1812523"/>
            <a:ext cx="1830298" cy="1029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phique 7" descr="Dossier ouvert">
            <a:extLst>
              <a:ext uri="{FF2B5EF4-FFF2-40B4-BE49-F238E27FC236}">
                <a16:creationId xmlns:a16="http://schemas.microsoft.com/office/drawing/2014/main" id="{442A8684-9A29-E652-0A98-641CD0B78A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82840" y="3553098"/>
            <a:ext cx="809897" cy="809897"/>
          </a:xfrm>
          <a:prstGeom prst="rect">
            <a:avLst/>
          </a:prstGeom>
        </p:spPr>
      </p:pic>
      <p:pic>
        <p:nvPicPr>
          <p:cNvPr id="10" name="Graphique 9" descr="Ordinateur">
            <a:extLst>
              <a:ext uri="{FF2B5EF4-FFF2-40B4-BE49-F238E27FC236}">
                <a16:creationId xmlns:a16="http://schemas.microsoft.com/office/drawing/2014/main" id="{4AE3E002-7CF7-4735-27B1-45141B56CD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4389" y="5061857"/>
            <a:ext cx="1345474" cy="1345474"/>
          </a:xfrm>
          <a:prstGeom prst="rect">
            <a:avLst/>
          </a:prstGeom>
        </p:spPr>
      </p:pic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5B350EE7-089A-13BA-8DCD-7D9617922CE8}"/>
              </a:ext>
            </a:extLst>
          </p:cNvPr>
          <p:cNvSpPr/>
          <p:nvPr/>
        </p:nvSpPr>
        <p:spPr>
          <a:xfrm rot="12252720">
            <a:off x="8307976" y="2804160"/>
            <a:ext cx="470261" cy="2394856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Graphique 3" descr="Verrouiller">
            <a:extLst>
              <a:ext uri="{FF2B5EF4-FFF2-40B4-BE49-F238E27FC236}">
                <a16:creationId xmlns:a16="http://schemas.microsoft.com/office/drawing/2014/main" id="{145DBDCB-166D-8B11-65AE-FB8C6B9D44A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476308" y="175259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397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que 11" descr="Nuage">
            <a:extLst>
              <a:ext uri="{FF2B5EF4-FFF2-40B4-BE49-F238E27FC236}">
                <a16:creationId xmlns:a16="http://schemas.microsoft.com/office/drawing/2014/main" id="{4D962F4F-E5E4-90EB-519E-39B0B80F7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2330" y="707572"/>
            <a:ext cx="2704011" cy="270401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1D891FD-1485-A009-12F5-CC30FCDDB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Pourquoi utiliser un dépôt distant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85857A-C421-6955-1136-AA2B86C7B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983" y="2052050"/>
            <a:ext cx="635508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400" dirty="0"/>
              <a:t>Permet d’héberger son projet en ligne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Sauvegarde des historiques de modifications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Possibilité de sécuriser son projet (privé)</a:t>
            </a:r>
          </a:p>
          <a:p>
            <a:pPr>
              <a:lnSpc>
                <a:spcPct val="150000"/>
              </a:lnSpc>
            </a:pPr>
            <a:r>
              <a:rPr lang="fr-FR" sz="2400" dirty="0"/>
              <a:t>Partage des versions avec tous les collaborateurs (public)</a:t>
            </a:r>
          </a:p>
        </p:txBody>
      </p:sp>
      <p:pic>
        <p:nvPicPr>
          <p:cNvPr id="6" name="Picture 4" descr="GitHub Logo, symbol, meaning, history, PNG, brand">
            <a:extLst>
              <a:ext uri="{FF2B5EF4-FFF2-40B4-BE49-F238E27FC236}">
                <a16:creationId xmlns:a16="http://schemas.microsoft.com/office/drawing/2014/main" id="{634E073A-A4FD-560A-AD8E-287CA4AE0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199" y="1812523"/>
            <a:ext cx="1830298" cy="1029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Graphique 7" descr="Dossier ouvert">
            <a:extLst>
              <a:ext uri="{FF2B5EF4-FFF2-40B4-BE49-F238E27FC236}">
                <a16:creationId xmlns:a16="http://schemas.microsoft.com/office/drawing/2014/main" id="{442A8684-9A29-E652-0A98-641CD0B78A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82840" y="3553098"/>
            <a:ext cx="809897" cy="809897"/>
          </a:xfrm>
          <a:prstGeom prst="rect">
            <a:avLst/>
          </a:prstGeom>
        </p:spPr>
      </p:pic>
      <p:pic>
        <p:nvPicPr>
          <p:cNvPr id="10" name="Graphique 9" descr="Ordinateur">
            <a:extLst>
              <a:ext uri="{FF2B5EF4-FFF2-40B4-BE49-F238E27FC236}">
                <a16:creationId xmlns:a16="http://schemas.microsoft.com/office/drawing/2014/main" id="{4AE3E002-7CF7-4735-27B1-45141B56CD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54389" y="5061857"/>
            <a:ext cx="1345474" cy="1345474"/>
          </a:xfrm>
          <a:prstGeom prst="rect">
            <a:avLst/>
          </a:prstGeom>
        </p:spPr>
      </p:pic>
      <p:sp>
        <p:nvSpPr>
          <p:cNvPr id="13" name="Flèche : bas 12">
            <a:extLst>
              <a:ext uri="{FF2B5EF4-FFF2-40B4-BE49-F238E27FC236}">
                <a16:creationId xmlns:a16="http://schemas.microsoft.com/office/drawing/2014/main" id="{5B350EE7-089A-13BA-8DCD-7D9617922CE8}"/>
              </a:ext>
            </a:extLst>
          </p:cNvPr>
          <p:cNvSpPr/>
          <p:nvPr/>
        </p:nvSpPr>
        <p:spPr>
          <a:xfrm rot="12252720">
            <a:off x="8307976" y="2804160"/>
            <a:ext cx="470261" cy="2394856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Graphique 13" descr="Ordinateur">
            <a:extLst>
              <a:ext uri="{FF2B5EF4-FFF2-40B4-BE49-F238E27FC236}">
                <a16:creationId xmlns:a16="http://schemas.microsoft.com/office/drawing/2014/main" id="{E3312C8E-875F-DE23-7CF0-A5C4670C6C7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13371" y="5066211"/>
            <a:ext cx="1345474" cy="1345474"/>
          </a:xfrm>
          <a:prstGeom prst="rect">
            <a:avLst/>
          </a:prstGeom>
        </p:spPr>
      </p:pic>
      <p:pic>
        <p:nvPicPr>
          <p:cNvPr id="15" name="Graphique 14" descr="Ordinateur">
            <a:extLst>
              <a:ext uri="{FF2B5EF4-FFF2-40B4-BE49-F238E27FC236}">
                <a16:creationId xmlns:a16="http://schemas.microsoft.com/office/drawing/2014/main" id="{4252AB68-3E2F-DB48-EFF8-0F58E131ECB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72354" y="5044439"/>
            <a:ext cx="1345474" cy="1345474"/>
          </a:xfrm>
          <a:prstGeom prst="rect">
            <a:avLst/>
          </a:prstGeom>
        </p:spPr>
      </p:pic>
      <p:sp>
        <p:nvSpPr>
          <p:cNvPr id="16" name="Flèche : bas 15">
            <a:extLst>
              <a:ext uri="{FF2B5EF4-FFF2-40B4-BE49-F238E27FC236}">
                <a16:creationId xmlns:a16="http://schemas.microsoft.com/office/drawing/2014/main" id="{D930915C-AAA4-6D98-CF25-5BF75D5A94D0}"/>
              </a:ext>
            </a:extLst>
          </p:cNvPr>
          <p:cNvSpPr/>
          <p:nvPr/>
        </p:nvSpPr>
        <p:spPr>
          <a:xfrm>
            <a:off x="9366068" y="2874025"/>
            <a:ext cx="470261" cy="2394856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49F7F581-9E76-9EA6-7CA0-920D9A01E6EA}"/>
              </a:ext>
            </a:extLst>
          </p:cNvPr>
          <p:cNvSpPr/>
          <p:nvPr/>
        </p:nvSpPr>
        <p:spPr>
          <a:xfrm rot="20166037">
            <a:off x="10519954" y="2805652"/>
            <a:ext cx="470261" cy="2394856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Graphique 3" descr="Dossier ouvert">
            <a:extLst>
              <a:ext uri="{FF2B5EF4-FFF2-40B4-BE49-F238E27FC236}">
                <a16:creationId xmlns:a16="http://schemas.microsoft.com/office/drawing/2014/main" id="{B31CD32F-AEDE-F881-1656-638BBC6D19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90463" y="4167053"/>
            <a:ext cx="809897" cy="809897"/>
          </a:xfrm>
          <a:prstGeom prst="rect">
            <a:avLst/>
          </a:prstGeom>
        </p:spPr>
      </p:pic>
      <p:pic>
        <p:nvPicPr>
          <p:cNvPr id="5" name="Graphique 4" descr="Dossier ouvert">
            <a:extLst>
              <a:ext uri="{FF2B5EF4-FFF2-40B4-BE49-F238E27FC236}">
                <a16:creationId xmlns:a16="http://schemas.microsoft.com/office/drawing/2014/main" id="{C09DD3A1-C852-4E8A-1FED-5470FB888D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53354" y="3857898"/>
            <a:ext cx="809897" cy="809897"/>
          </a:xfrm>
          <a:prstGeom prst="rect">
            <a:avLst/>
          </a:prstGeom>
        </p:spPr>
      </p:pic>
      <p:pic>
        <p:nvPicPr>
          <p:cNvPr id="9" name="Graphique 8" descr="Déverrouiller">
            <a:extLst>
              <a:ext uri="{FF2B5EF4-FFF2-40B4-BE49-F238E27FC236}">
                <a16:creationId xmlns:a16="http://schemas.microsoft.com/office/drawing/2014/main" id="{0F136CEC-C935-76FA-5987-505A16C5B5C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67600" y="171776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654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Git full logo transparent PNG - StickPNG">
            <a:extLst>
              <a:ext uri="{FF2B5EF4-FFF2-40B4-BE49-F238E27FC236}">
                <a16:creationId xmlns:a16="http://schemas.microsoft.com/office/drawing/2014/main" id="{F6B6E432-FDC9-D7E3-39E3-D92997D9CE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3603" y="206421"/>
            <a:ext cx="2647950" cy="1533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What is Git Bash | Download a Terminal for Windows">
            <a:extLst>
              <a:ext uri="{FF2B5EF4-FFF2-40B4-BE49-F238E27FC236}">
                <a16:creationId xmlns:a16="http://schemas.microsoft.com/office/drawing/2014/main" id="{CDB165B8-7CB6-9B6E-A801-A11EEB5C8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6950" y="228192"/>
            <a:ext cx="2305050" cy="1228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EAA4061-E73F-FD5C-6710-2CCDAB886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GIT, le contrôle de version local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4AECEE8-FF39-EADD-189F-70B09FD34C1C}"/>
              </a:ext>
            </a:extLst>
          </p:cNvPr>
          <p:cNvSpPr txBox="1"/>
          <p:nvPr/>
        </p:nvSpPr>
        <p:spPr>
          <a:xfrm>
            <a:off x="609600" y="1785982"/>
            <a:ext cx="10737668" cy="427809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cd Documents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//Navigation</a:t>
            </a: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mkdir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 //Création de dossier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cd Documents/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//Navigation dans nouveau dossier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config user.name «Nom Prénom»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//Configuration identifiant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config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user.email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dirty="0">
                <a:solidFill>
                  <a:srgbClr val="FFFFFF"/>
                </a:solidFill>
                <a:latin typeface="Courier New" panose="02070309020205020404" pitchFamily="49" charset="0"/>
              </a:rPr>
              <a:t>nompr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énom@monadresse.com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//Configuration email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config –-global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core.editor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vim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//Configuration outils d’édition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config –-global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merge.tool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vimdiff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//Configuration outils de merge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init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//Initialisation du dépôt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Initialized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empty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Git repository in c:/users/JohnDoe/Documents/PremierProjet/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367016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F0D219-B2DD-59F5-660F-104CD4EB3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990"/>
            <a:ext cx="10515600" cy="1325563"/>
          </a:xfrm>
        </p:spPr>
        <p:txBody>
          <a:bodyPr>
            <a:normAutofit/>
          </a:bodyPr>
          <a:lstStyle/>
          <a:p>
            <a:r>
              <a:rPr lang="fr-FR" sz="4000" dirty="0"/>
              <a:t>Comment GIT et GIT Hub fonctionnent ensemble ?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AF334D85-B582-24A1-A361-04AB87600F38}"/>
              </a:ext>
            </a:extLst>
          </p:cNvPr>
          <p:cNvSpPr/>
          <p:nvPr/>
        </p:nvSpPr>
        <p:spPr>
          <a:xfrm>
            <a:off x="387529" y="2055223"/>
            <a:ext cx="5177247" cy="402336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F8662544-7396-594F-0A7D-2248EF0D64FA}"/>
              </a:ext>
            </a:extLst>
          </p:cNvPr>
          <p:cNvSpPr/>
          <p:nvPr/>
        </p:nvSpPr>
        <p:spPr>
          <a:xfrm>
            <a:off x="1724298" y="2454802"/>
            <a:ext cx="2880740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Working directory</a:t>
            </a:r>
            <a:endParaRPr lang="fr-FR" sz="1200" dirty="0">
              <a:solidFill>
                <a:schemeClr val="bg1">
                  <a:lumMod val="85000"/>
                </a:schemeClr>
              </a:solidFill>
            </a:endParaRP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Zone de travail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7" name="Picture 2" descr="Git full logo transparent PNG - StickPNG">
            <a:extLst>
              <a:ext uri="{FF2B5EF4-FFF2-40B4-BE49-F238E27FC236}">
                <a16:creationId xmlns:a16="http://schemas.microsoft.com/office/drawing/2014/main" id="{6D8B022C-7177-F0C9-9484-4B88B632A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832" b="92547" l="9353" r="89568">
                        <a14:foregroundMark x1="33813" y1="39752" x2="33813" y2="39752"/>
                        <a14:foregroundMark x1="39928" y1="36646" x2="39209" y2="44720"/>
                        <a14:foregroundMark x1="46043" y1="7453" x2="46043" y2="7453"/>
                        <a14:foregroundMark x1="53957" y1="82609" x2="53957" y2="82609"/>
                        <a14:foregroundMark x1="63309" y1="81366" x2="63309" y2="81366"/>
                        <a14:foregroundMark x1="62950" y1="67081" x2="62950" y2="67081"/>
                        <a14:foregroundMark x1="67626" y1="78882" x2="67626" y2="78882"/>
                        <a14:foregroundMark x1="51439" y1="92547" x2="51439" y2="9254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9623" y="5930537"/>
            <a:ext cx="1410439" cy="816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28AEF5A1-791E-64A9-3C7B-5F474844E604}"/>
              </a:ext>
            </a:extLst>
          </p:cNvPr>
          <p:cNvSpPr txBox="1"/>
          <p:nvPr/>
        </p:nvSpPr>
        <p:spPr>
          <a:xfrm>
            <a:off x="640079" y="1611087"/>
            <a:ext cx="13671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4">
                    <a:lumMod val="75000"/>
                  </a:schemeClr>
                </a:solidFill>
              </a:rPr>
              <a:t>Dépôt local</a:t>
            </a:r>
          </a:p>
        </p:txBody>
      </p:sp>
      <p:pic>
        <p:nvPicPr>
          <p:cNvPr id="14" name="Graphique 13" descr="Document">
            <a:extLst>
              <a:ext uri="{FF2B5EF4-FFF2-40B4-BE49-F238E27FC236}">
                <a16:creationId xmlns:a16="http://schemas.microsoft.com/office/drawing/2014/main" id="{0BD690AC-8769-DB6F-46E9-1B1A6A2CBC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54917" y="2560319"/>
            <a:ext cx="624841" cy="624841"/>
          </a:xfrm>
          <a:prstGeom prst="rect">
            <a:avLst/>
          </a:prstGeom>
        </p:spPr>
      </p:pic>
      <p:pic>
        <p:nvPicPr>
          <p:cNvPr id="15" name="Graphique 14" descr="Document">
            <a:extLst>
              <a:ext uri="{FF2B5EF4-FFF2-40B4-BE49-F238E27FC236}">
                <a16:creationId xmlns:a16="http://schemas.microsoft.com/office/drawing/2014/main" id="{D69D9FD6-80ED-1ACB-4640-7141C61E46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6950" y="2564666"/>
            <a:ext cx="624841" cy="624841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35B813BA-8F1F-22EA-B694-4C12D3F02EC6}"/>
              </a:ext>
            </a:extLst>
          </p:cNvPr>
          <p:cNvSpPr txBox="1"/>
          <p:nvPr/>
        </p:nvSpPr>
        <p:spPr>
          <a:xfrm>
            <a:off x="9962604" y="4123510"/>
            <a:ext cx="16013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1"/>
                </a:solidFill>
              </a:rPr>
              <a:t>Dépôt distant</a:t>
            </a:r>
          </a:p>
        </p:txBody>
      </p:sp>
      <p:pic>
        <p:nvPicPr>
          <p:cNvPr id="25" name="Graphique 24" descr="Nuage">
            <a:extLst>
              <a:ext uri="{FF2B5EF4-FFF2-40B4-BE49-F238E27FC236}">
                <a16:creationId xmlns:a16="http://schemas.microsoft.com/office/drawing/2014/main" id="{ECCB16DC-249A-05C7-24E8-0CE4A8A59B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88283" y="3990705"/>
            <a:ext cx="2270759" cy="2270759"/>
          </a:xfrm>
          <a:prstGeom prst="rect">
            <a:avLst/>
          </a:prstGeom>
        </p:spPr>
      </p:pic>
      <p:pic>
        <p:nvPicPr>
          <p:cNvPr id="32" name="Picture 4" descr="GitHub Logo, symbol, meaning, history, PNG, brand">
            <a:extLst>
              <a:ext uri="{FF2B5EF4-FFF2-40B4-BE49-F238E27FC236}">
                <a16:creationId xmlns:a16="http://schemas.microsoft.com/office/drawing/2014/main" id="{596690E0-66BC-00B8-A1DF-298B8885B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6569" y="5592045"/>
            <a:ext cx="1255533" cy="70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2997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F0D219-B2DD-59F5-660F-104CD4EB3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990"/>
            <a:ext cx="10515600" cy="1325563"/>
          </a:xfrm>
        </p:spPr>
        <p:txBody>
          <a:bodyPr>
            <a:normAutofit/>
          </a:bodyPr>
          <a:lstStyle/>
          <a:p>
            <a:r>
              <a:rPr lang="fr-FR" sz="4000" dirty="0"/>
              <a:t>Comment GIT et GIT Hub fonctionnent ensemble ?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AF334D85-B582-24A1-A361-04AB87600F38}"/>
              </a:ext>
            </a:extLst>
          </p:cNvPr>
          <p:cNvSpPr/>
          <p:nvPr/>
        </p:nvSpPr>
        <p:spPr>
          <a:xfrm>
            <a:off x="387529" y="2055223"/>
            <a:ext cx="5177247" cy="402336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pic>
        <p:nvPicPr>
          <p:cNvPr id="17" name="Picture 2" descr="Git full logo transparent PNG - StickPNG">
            <a:extLst>
              <a:ext uri="{FF2B5EF4-FFF2-40B4-BE49-F238E27FC236}">
                <a16:creationId xmlns:a16="http://schemas.microsoft.com/office/drawing/2014/main" id="{6D8B022C-7177-F0C9-9484-4B88B632A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832" b="92547" l="9353" r="89568">
                        <a14:foregroundMark x1="33813" y1="39752" x2="33813" y2="39752"/>
                        <a14:foregroundMark x1="39928" y1="36646" x2="39209" y2="44720"/>
                        <a14:foregroundMark x1="46043" y1="7453" x2="46043" y2="7453"/>
                        <a14:foregroundMark x1="53957" y1="82609" x2="53957" y2="82609"/>
                        <a14:foregroundMark x1="63309" y1="81366" x2="63309" y2="81366"/>
                        <a14:foregroundMark x1="62950" y1="67081" x2="62950" y2="67081"/>
                        <a14:foregroundMark x1="67626" y1="78882" x2="67626" y2="78882"/>
                        <a14:foregroundMark x1="51439" y1="92547" x2="51439" y2="9254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9623" y="5930537"/>
            <a:ext cx="1410439" cy="816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28AEF5A1-791E-64A9-3C7B-5F474844E604}"/>
              </a:ext>
            </a:extLst>
          </p:cNvPr>
          <p:cNvSpPr txBox="1"/>
          <p:nvPr/>
        </p:nvSpPr>
        <p:spPr>
          <a:xfrm>
            <a:off x="640079" y="1611087"/>
            <a:ext cx="13671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4">
                    <a:lumMod val="75000"/>
                  </a:schemeClr>
                </a:solidFill>
              </a:rPr>
              <a:t>Dépôt local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1B272393-169C-803F-3769-058BFC3CA7D1}"/>
              </a:ext>
            </a:extLst>
          </p:cNvPr>
          <p:cNvSpPr/>
          <p:nvPr/>
        </p:nvSpPr>
        <p:spPr>
          <a:xfrm>
            <a:off x="1726292" y="3592972"/>
            <a:ext cx="2880542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Stage (ou index)</a:t>
            </a: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En attente de validation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20" name="Connecteur : en arc 19">
            <a:extLst>
              <a:ext uri="{FF2B5EF4-FFF2-40B4-BE49-F238E27FC236}">
                <a16:creationId xmlns:a16="http://schemas.microsoft.com/office/drawing/2014/main" id="{819A47BC-731D-3B9C-6CF3-3B8D825F59DC}"/>
              </a:ext>
            </a:extLst>
          </p:cNvPr>
          <p:cNvCxnSpPr/>
          <p:nvPr/>
        </p:nvCxnSpPr>
        <p:spPr>
          <a:xfrm rot="10800000" flipV="1">
            <a:off x="1700166" y="2878688"/>
            <a:ext cx="14746" cy="1164295"/>
          </a:xfrm>
          <a:prstGeom prst="curvedConnector3">
            <a:avLst>
              <a:gd name="adj1" fmla="val 4450283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Graphique 21" descr="Document">
            <a:extLst>
              <a:ext uri="{FF2B5EF4-FFF2-40B4-BE49-F238E27FC236}">
                <a16:creationId xmlns:a16="http://schemas.microsoft.com/office/drawing/2014/main" id="{221ADC90-A42B-334B-2BD1-0508F27C14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67980" y="3696787"/>
            <a:ext cx="624841" cy="624841"/>
          </a:xfrm>
          <a:prstGeom prst="rect">
            <a:avLst/>
          </a:prstGeom>
        </p:spPr>
      </p:pic>
      <p:pic>
        <p:nvPicPr>
          <p:cNvPr id="23" name="Graphique 22" descr="Document">
            <a:extLst>
              <a:ext uri="{FF2B5EF4-FFF2-40B4-BE49-F238E27FC236}">
                <a16:creationId xmlns:a16="http://schemas.microsoft.com/office/drawing/2014/main" id="{06189D59-9253-3232-284F-C15E510247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60013" y="3701134"/>
            <a:ext cx="624841" cy="62484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43738024-424D-D866-7693-2A9727A996F2}"/>
              </a:ext>
            </a:extLst>
          </p:cNvPr>
          <p:cNvSpPr txBox="1"/>
          <p:nvPr/>
        </p:nvSpPr>
        <p:spPr>
          <a:xfrm>
            <a:off x="1097280" y="3265715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D3DECD20-451B-E747-22D6-48E945FF5C08}"/>
              </a:ext>
            </a:extLst>
          </p:cNvPr>
          <p:cNvSpPr/>
          <p:nvPr/>
        </p:nvSpPr>
        <p:spPr>
          <a:xfrm>
            <a:off x="1724298" y="2454802"/>
            <a:ext cx="2880740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Working directory</a:t>
            </a:r>
            <a:endParaRPr lang="fr-FR" sz="1200" dirty="0">
              <a:solidFill>
                <a:schemeClr val="bg1">
                  <a:lumMod val="85000"/>
                </a:schemeClr>
              </a:solidFill>
            </a:endParaRP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Zone de travail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7D3A912-AE3E-193B-9F7B-C990C16076F2}"/>
              </a:ext>
            </a:extLst>
          </p:cNvPr>
          <p:cNvSpPr txBox="1"/>
          <p:nvPr/>
        </p:nvSpPr>
        <p:spPr>
          <a:xfrm>
            <a:off x="9962604" y="4123510"/>
            <a:ext cx="16013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1"/>
                </a:solidFill>
              </a:rPr>
              <a:t>Dépôt distant</a:t>
            </a:r>
          </a:p>
        </p:txBody>
      </p:sp>
      <p:pic>
        <p:nvPicPr>
          <p:cNvPr id="8" name="Graphique 7" descr="Nuage">
            <a:extLst>
              <a:ext uri="{FF2B5EF4-FFF2-40B4-BE49-F238E27FC236}">
                <a16:creationId xmlns:a16="http://schemas.microsoft.com/office/drawing/2014/main" id="{B5C0BC09-9CAF-60FD-DD14-CC27304BA5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88283" y="3990705"/>
            <a:ext cx="2270759" cy="2270759"/>
          </a:xfrm>
          <a:prstGeom prst="rect">
            <a:avLst/>
          </a:prstGeom>
        </p:spPr>
      </p:pic>
      <p:pic>
        <p:nvPicPr>
          <p:cNvPr id="10" name="Picture 4" descr="GitHub Logo, symbol, meaning, history, PNG, brand">
            <a:extLst>
              <a:ext uri="{FF2B5EF4-FFF2-40B4-BE49-F238E27FC236}">
                <a16:creationId xmlns:a16="http://schemas.microsoft.com/office/drawing/2014/main" id="{2A4AA352-E520-3522-82AD-EE790467F9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6569" y="5592045"/>
            <a:ext cx="1255533" cy="70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21755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F0D219-B2DD-59F5-660F-104CD4EB3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990"/>
            <a:ext cx="10515600" cy="1325563"/>
          </a:xfrm>
        </p:spPr>
        <p:txBody>
          <a:bodyPr>
            <a:normAutofit/>
          </a:bodyPr>
          <a:lstStyle/>
          <a:p>
            <a:r>
              <a:rPr lang="fr-FR" sz="4000" dirty="0"/>
              <a:t>Comment GIT et GIT Hub fonctionnent ensemble ?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AF334D85-B582-24A1-A361-04AB87600F38}"/>
              </a:ext>
            </a:extLst>
          </p:cNvPr>
          <p:cNvSpPr/>
          <p:nvPr/>
        </p:nvSpPr>
        <p:spPr>
          <a:xfrm>
            <a:off x="387529" y="2055223"/>
            <a:ext cx="5177247" cy="402336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pic>
        <p:nvPicPr>
          <p:cNvPr id="17" name="Picture 2" descr="Git full logo transparent PNG - StickPNG">
            <a:extLst>
              <a:ext uri="{FF2B5EF4-FFF2-40B4-BE49-F238E27FC236}">
                <a16:creationId xmlns:a16="http://schemas.microsoft.com/office/drawing/2014/main" id="{6D8B022C-7177-F0C9-9484-4B88B632A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832" b="92547" l="9353" r="89568">
                        <a14:foregroundMark x1="33813" y1="39752" x2="33813" y2="39752"/>
                        <a14:foregroundMark x1="39928" y1="36646" x2="39209" y2="44720"/>
                        <a14:foregroundMark x1="46043" y1="7453" x2="46043" y2="7453"/>
                        <a14:foregroundMark x1="53957" y1="82609" x2="53957" y2="82609"/>
                        <a14:foregroundMark x1="63309" y1="81366" x2="63309" y2="81366"/>
                        <a14:foregroundMark x1="62950" y1="67081" x2="62950" y2="67081"/>
                        <a14:foregroundMark x1="67626" y1="78882" x2="67626" y2="78882"/>
                        <a14:foregroundMark x1="51439" y1="92547" x2="51439" y2="9254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9623" y="5930537"/>
            <a:ext cx="1410439" cy="816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28AEF5A1-791E-64A9-3C7B-5F474844E604}"/>
              </a:ext>
            </a:extLst>
          </p:cNvPr>
          <p:cNvSpPr txBox="1"/>
          <p:nvPr/>
        </p:nvSpPr>
        <p:spPr>
          <a:xfrm>
            <a:off x="640079" y="1611087"/>
            <a:ext cx="13671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4">
                    <a:lumMod val="75000"/>
                  </a:schemeClr>
                </a:solidFill>
              </a:rPr>
              <a:t>Dépôt local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1B272393-169C-803F-3769-058BFC3CA7D1}"/>
              </a:ext>
            </a:extLst>
          </p:cNvPr>
          <p:cNvSpPr/>
          <p:nvPr/>
        </p:nvSpPr>
        <p:spPr>
          <a:xfrm>
            <a:off x="1726292" y="3592972"/>
            <a:ext cx="2880542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Stage (ou index)</a:t>
            </a: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En attente de validation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20" name="Connecteur : en arc 19">
            <a:extLst>
              <a:ext uri="{FF2B5EF4-FFF2-40B4-BE49-F238E27FC236}">
                <a16:creationId xmlns:a16="http://schemas.microsoft.com/office/drawing/2014/main" id="{819A47BC-731D-3B9C-6CF3-3B8D825F59DC}"/>
              </a:ext>
            </a:extLst>
          </p:cNvPr>
          <p:cNvCxnSpPr/>
          <p:nvPr/>
        </p:nvCxnSpPr>
        <p:spPr>
          <a:xfrm rot="10800000" flipV="1">
            <a:off x="1700166" y="2878688"/>
            <a:ext cx="14746" cy="1164295"/>
          </a:xfrm>
          <a:prstGeom prst="curvedConnector3">
            <a:avLst>
              <a:gd name="adj1" fmla="val 4450283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43738024-424D-D866-7693-2A9727A996F2}"/>
              </a:ext>
            </a:extLst>
          </p:cNvPr>
          <p:cNvSpPr txBox="1"/>
          <p:nvPr/>
        </p:nvSpPr>
        <p:spPr>
          <a:xfrm>
            <a:off x="1097280" y="3265715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D3DECD20-451B-E747-22D6-48E945FF5C08}"/>
              </a:ext>
            </a:extLst>
          </p:cNvPr>
          <p:cNvSpPr/>
          <p:nvPr/>
        </p:nvSpPr>
        <p:spPr>
          <a:xfrm>
            <a:off x="1724298" y="2454802"/>
            <a:ext cx="2880740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Working directory</a:t>
            </a:r>
            <a:endParaRPr lang="fr-FR" sz="1200" dirty="0">
              <a:solidFill>
                <a:schemeClr val="bg1">
                  <a:lumMod val="85000"/>
                </a:schemeClr>
              </a:solidFill>
            </a:endParaRP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Zone de travail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5" name="Connecteur : en arc 4">
            <a:extLst>
              <a:ext uri="{FF2B5EF4-FFF2-40B4-BE49-F238E27FC236}">
                <a16:creationId xmlns:a16="http://schemas.microsoft.com/office/drawing/2014/main" id="{1C7D4841-BDDF-0B6A-07DC-4C120B6960C8}"/>
              </a:ext>
            </a:extLst>
          </p:cNvPr>
          <p:cNvCxnSpPr/>
          <p:nvPr/>
        </p:nvCxnSpPr>
        <p:spPr>
          <a:xfrm rot="10800000" flipV="1">
            <a:off x="1643560" y="4206745"/>
            <a:ext cx="14746" cy="1164295"/>
          </a:xfrm>
          <a:prstGeom prst="curvedConnector3">
            <a:avLst>
              <a:gd name="adj1" fmla="val 4450283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071A91B2-71AC-D531-934A-6C8C498F67BB}"/>
              </a:ext>
            </a:extLst>
          </p:cNvPr>
          <p:cNvSpPr txBox="1"/>
          <p:nvPr/>
        </p:nvSpPr>
        <p:spPr>
          <a:xfrm>
            <a:off x="971005" y="4593772"/>
            <a:ext cx="900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commit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5AF71DE-3E51-2A27-26F2-D543079C884F}"/>
              </a:ext>
            </a:extLst>
          </p:cNvPr>
          <p:cNvSpPr/>
          <p:nvPr/>
        </p:nvSpPr>
        <p:spPr>
          <a:xfrm>
            <a:off x="1703959" y="4870471"/>
            <a:ext cx="2929002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Repository</a:t>
            </a: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Modifications enregistrées</a:t>
            </a:r>
          </a:p>
        </p:txBody>
      </p:sp>
      <p:pic>
        <p:nvPicPr>
          <p:cNvPr id="9" name="Graphique 8" descr="Document">
            <a:extLst>
              <a:ext uri="{FF2B5EF4-FFF2-40B4-BE49-F238E27FC236}">
                <a16:creationId xmlns:a16="http://schemas.microsoft.com/office/drawing/2014/main" id="{156C9EF8-DA6A-FD12-11DE-BBCBDD68AD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11374" y="4972587"/>
            <a:ext cx="624841" cy="624841"/>
          </a:xfrm>
          <a:prstGeom prst="rect">
            <a:avLst/>
          </a:prstGeom>
        </p:spPr>
      </p:pic>
      <p:pic>
        <p:nvPicPr>
          <p:cNvPr id="10" name="Graphique 9" descr="Document">
            <a:extLst>
              <a:ext uri="{FF2B5EF4-FFF2-40B4-BE49-F238E27FC236}">
                <a16:creationId xmlns:a16="http://schemas.microsoft.com/office/drawing/2014/main" id="{43B79A60-4F83-A9EE-3418-11436579E5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03407" y="4976934"/>
            <a:ext cx="624841" cy="624841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74FC2683-62F0-61F3-F1B0-33A152A9FFB3}"/>
              </a:ext>
            </a:extLst>
          </p:cNvPr>
          <p:cNvSpPr txBox="1"/>
          <p:nvPr/>
        </p:nvSpPr>
        <p:spPr>
          <a:xfrm>
            <a:off x="9962604" y="4123510"/>
            <a:ext cx="16013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1"/>
                </a:solidFill>
              </a:rPr>
              <a:t>Dépôt distant</a:t>
            </a:r>
          </a:p>
        </p:txBody>
      </p:sp>
      <p:pic>
        <p:nvPicPr>
          <p:cNvPr id="12" name="Graphique 11" descr="Nuage">
            <a:extLst>
              <a:ext uri="{FF2B5EF4-FFF2-40B4-BE49-F238E27FC236}">
                <a16:creationId xmlns:a16="http://schemas.microsoft.com/office/drawing/2014/main" id="{24193336-1F64-08F1-BFCB-627D6776F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88283" y="3990705"/>
            <a:ext cx="2270759" cy="2270759"/>
          </a:xfrm>
          <a:prstGeom prst="rect">
            <a:avLst/>
          </a:prstGeom>
        </p:spPr>
      </p:pic>
      <p:pic>
        <p:nvPicPr>
          <p:cNvPr id="14" name="Picture 4" descr="GitHub Logo, symbol, meaning, history, PNG, brand">
            <a:extLst>
              <a:ext uri="{FF2B5EF4-FFF2-40B4-BE49-F238E27FC236}">
                <a16:creationId xmlns:a16="http://schemas.microsoft.com/office/drawing/2014/main" id="{C9CC4DC9-23B8-9B69-A26F-E6E8762144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6569" y="5592045"/>
            <a:ext cx="1255533" cy="70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036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F0D219-B2DD-59F5-660F-104CD4EB3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990"/>
            <a:ext cx="10515600" cy="1325563"/>
          </a:xfrm>
        </p:spPr>
        <p:txBody>
          <a:bodyPr>
            <a:normAutofit/>
          </a:bodyPr>
          <a:lstStyle/>
          <a:p>
            <a:r>
              <a:rPr lang="fr-FR" sz="4000" dirty="0"/>
              <a:t>Comment GIT et GIT Hub fonctionnent ensemble ?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AF334D85-B582-24A1-A361-04AB87600F38}"/>
              </a:ext>
            </a:extLst>
          </p:cNvPr>
          <p:cNvSpPr/>
          <p:nvPr/>
        </p:nvSpPr>
        <p:spPr>
          <a:xfrm>
            <a:off x="387529" y="2055223"/>
            <a:ext cx="5177247" cy="4023360"/>
          </a:xfrm>
          <a:prstGeom prst="round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00" dirty="0"/>
          </a:p>
        </p:txBody>
      </p:sp>
      <p:pic>
        <p:nvPicPr>
          <p:cNvPr id="17" name="Picture 2" descr="Git full logo transparent PNG - StickPNG">
            <a:extLst>
              <a:ext uri="{FF2B5EF4-FFF2-40B4-BE49-F238E27FC236}">
                <a16:creationId xmlns:a16="http://schemas.microsoft.com/office/drawing/2014/main" id="{6D8B022C-7177-F0C9-9484-4B88B632A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832" b="92547" l="9353" r="89568">
                        <a14:foregroundMark x1="33813" y1="39752" x2="33813" y2="39752"/>
                        <a14:foregroundMark x1="39928" y1="36646" x2="39209" y2="44720"/>
                        <a14:foregroundMark x1="46043" y1="7453" x2="46043" y2="7453"/>
                        <a14:foregroundMark x1="53957" y1="82609" x2="53957" y2="82609"/>
                        <a14:foregroundMark x1="63309" y1="81366" x2="63309" y2="81366"/>
                        <a14:foregroundMark x1="62950" y1="67081" x2="62950" y2="67081"/>
                        <a14:foregroundMark x1="67626" y1="78882" x2="67626" y2="78882"/>
                        <a14:foregroundMark x1="51439" y1="92547" x2="51439" y2="9254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9623" y="5930537"/>
            <a:ext cx="1410439" cy="816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28AEF5A1-791E-64A9-3C7B-5F474844E604}"/>
              </a:ext>
            </a:extLst>
          </p:cNvPr>
          <p:cNvSpPr txBox="1"/>
          <p:nvPr/>
        </p:nvSpPr>
        <p:spPr>
          <a:xfrm>
            <a:off x="640079" y="1611087"/>
            <a:ext cx="13671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4">
                    <a:lumMod val="75000"/>
                  </a:schemeClr>
                </a:solidFill>
              </a:rPr>
              <a:t>Dépôt local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B774934-77CB-B3EB-9232-946443BE7DCD}"/>
              </a:ext>
            </a:extLst>
          </p:cNvPr>
          <p:cNvSpPr txBox="1"/>
          <p:nvPr/>
        </p:nvSpPr>
        <p:spPr>
          <a:xfrm>
            <a:off x="9962604" y="4123510"/>
            <a:ext cx="16013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accent1"/>
                </a:solidFill>
              </a:rPr>
              <a:t>Dépôt distant</a:t>
            </a:r>
          </a:p>
        </p:txBody>
      </p:sp>
      <p:pic>
        <p:nvPicPr>
          <p:cNvPr id="26" name="Graphique 25" descr="Nuage">
            <a:extLst>
              <a:ext uri="{FF2B5EF4-FFF2-40B4-BE49-F238E27FC236}">
                <a16:creationId xmlns:a16="http://schemas.microsoft.com/office/drawing/2014/main" id="{F4123D93-8EF6-5AE4-8E3A-CE418D9784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88283" y="3990705"/>
            <a:ext cx="2270759" cy="2270759"/>
          </a:xfrm>
          <a:prstGeom prst="rect">
            <a:avLst/>
          </a:prstGeom>
        </p:spPr>
      </p:pic>
      <p:pic>
        <p:nvPicPr>
          <p:cNvPr id="27" name="Picture 4" descr="GitHub Logo, symbol, meaning, history, PNG, brand">
            <a:extLst>
              <a:ext uri="{FF2B5EF4-FFF2-40B4-BE49-F238E27FC236}">
                <a16:creationId xmlns:a16="http://schemas.microsoft.com/office/drawing/2014/main" id="{FBF209B8-4A62-A1DA-7EE8-81B077F6EC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6569" y="5592045"/>
            <a:ext cx="1255533" cy="70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1B272393-169C-803F-3769-058BFC3CA7D1}"/>
              </a:ext>
            </a:extLst>
          </p:cNvPr>
          <p:cNvSpPr/>
          <p:nvPr/>
        </p:nvSpPr>
        <p:spPr>
          <a:xfrm>
            <a:off x="1726292" y="3592972"/>
            <a:ext cx="2880542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Stage (ou index)</a:t>
            </a: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En attente de validation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20" name="Connecteur : en arc 19">
            <a:extLst>
              <a:ext uri="{FF2B5EF4-FFF2-40B4-BE49-F238E27FC236}">
                <a16:creationId xmlns:a16="http://schemas.microsoft.com/office/drawing/2014/main" id="{819A47BC-731D-3B9C-6CF3-3B8D825F59DC}"/>
              </a:ext>
            </a:extLst>
          </p:cNvPr>
          <p:cNvCxnSpPr/>
          <p:nvPr/>
        </p:nvCxnSpPr>
        <p:spPr>
          <a:xfrm rot="10800000" flipV="1">
            <a:off x="1700166" y="2878688"/>
            <a:ext cx="14746" cy="1164295"/>
          </a:xfrm>
          <a:prstGeom prst="curvedConnector3">
            <a:avLst>
              <a:gd name="adj1" fmla="val 4450283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43738024-424D-D866-7693-2A9727A996F2}"/>
              </a:ext>
            </a:extLst>
          </p:cNvPr>
          <p:cNvSpPr txBox="1"/>
          <p:nvPr/>
        </p:nvSpPr>
        <p:spPr>
          <a:xfrm>
            <a:off x="1097280" y="3265715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D3DECD20-451B-E747-22D6-48E945FF5C08}"/>
              </a:ext>
            </a:extLst>
          </p:cNvPr>
          <p:cNvSpPr/>
          <p:nvPr/>
        </p:nvSpPr>
        <p:spPr>
          <a:xfrm>
            <a:off x="1724298" y="2454802"/>
            <a:ext cx="2880740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Working directory</a:t>
            </a:r>
            <a:endParaRPr lang="fr-FR" sz="1200" dirty="0">
              <a:solidFill>
                <a:schemeClr val="bg1">
                  <a:lumMod val="85000"/>
                </a:schemeClr>
              </a:solidFill>
            </a:endParaRP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Zone de travail</a:t>
            </a:r>
            <a:endParaRPr lang="fr-FR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cxnSp>
        <p:nvCxnSpPr>
          <p:cNvPr id="5" name="Connecteur : en arc 4">
            <a:extLst>
              <a:ext uri="{FF2B5EF4-FFF2-40B4-BE49-F238E27FC236}">
                <a16:creationId xmlns:a16="http://schemas.microsoft.com/office/drawing/2014/main" id="{1C7D4841-BDDF-0B6A-07DC-4C120B6960C8}"/>
              </a:ext>
            </a:extLst>
          </p:cNvPr>
          <p:cNvCxnSpPr/>
          <p:nvPr/>
        </p:nvCxnSpPr>
        <p:spPr>
          <a:xfrm rot="10800000" flipV="1">
            <a:off x="1643560" y="4206745"/>
            <a:ext cx="14746" cy="1164295"/>
          </a:xfrm>
          <a:prstGeom prst="curvedConnector3">
            <a:avLst>
              <a:gd name="adj1" fmla="val 4450283"/>
            </a:avLst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071A91B2-71AC-D531-934A-6C8C498F67BB}"/>
              </a:ext>
            </a:extLst>
          </p:cNvPr>
          <p:cNvSpPr txBox="1"/>
          <p:nvPr/>
        </p:nvSpPr>
        <p:spPr>
          <a:xfrm>
            <a:off x="971005" y="4593772"/>
            <a:ext cx="9008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commit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5AF71DE-3E51-2A27-26F2-D543079C884F}"/>
              </a:ext>
            </a:extLst>
          </p:cNvPr>
          <p:cNvSpPr/>
          <p:nvPr/>
        </p:nvSpPr>
        <p:spPr>
          <a:xfrm>
            <a:off x="1703959" y="4870471"/>
            <a:ext cx="2929002" cy="812938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1600" dirty="0"/>
              <a:t>Repository</a:t>
            </a:r>
          </a:p>
          <a:p>
            <a:pPr algn="r"/>
            <a:r>
              <a:rPr lang="fr-FR" sz="1200" dirty="0">
                <a:solidFill>
                  <a:schemeClr val="bg1">
                    <a:lumMod val="85000"/>
                  </a:schemeClr>
                </a:solidFill>
              </a:rPr>
              <a:t>Modifications enregistrées</a:t>
            </a:r>
          </a:p>
        </p:txBody>
      </p:sp>
      <p:pic>
        <p:nvPicPr>
          <p:cNvPr id="9" name="Graphique 8" descr="Document">
            <a:extLst>
              <a:ext uri="{FF2B5EF4-FFF2-40B4-BE49-F238E27FC236}">
                <a16:creationId xmlns:a16="http://schemas.microsoft.com/office/drawing/2014/main" id="{156C9EF8-DA6A-FD12-11DE-BBCBDD68AD2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32563" y="4990006"/>
            <a:ext cx="624841" cy="624841"/>
          </a:xfrm>
          <a:prstGeom prst="rect">
            <a:avLst/>
          </a:prstGeom>
        </p:spPr>
      </p:pic>
      <p:pic>
        <p:nvPicPr>
          <p:cNvPr id="10" name="Graphique 9" descr="Document">
            <a:extLst>
              <a:ext uri="{FF2B5EF4-FFF2-40B4-BE49-F238E27FC236}">
                <a16:creationId xmlns:a16="http://schemas.microsoft.com/office/drawing/2014/main" id="{43B79A60-4F83-A9EE-3418-11436579E5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4596" y="4994353"/>
            <a:ext cx="624841" cy="624841"/>
          </a:xfrm>
          <a:prstGeom prst="rect">
            <a:avLst/>
          </a:prstGeom>
        </p:spPr>
      </p:pic>
      <p:sp>
        <p:nvSpPr>
          <p:cNvPr id="11" name="Flèche : bas 10">
            <a:extLst>
              <a:ext uri="{FF2B5EF4-FFF2-40B4-BE49-F238E27FC236}">
                <a16:creationId xmlns:a16="http://schemas.microsoft.com/office/drawing/2014/main" id="{7B8BB0CB-8C1C-D5AA-6A95-96C5C17B07C2}"/>
              </a:ext>
            </a:extLst>
          </p:cNvPr>
          <p:cNvSpPr/>
          <p:nvPr/>
        </p:nvSpPr>
        <p:spPr>
          <a:xfrm rot="16200000">
            <a:off x="7563392" y="3400694"/>
            <a:ext cx="339637" cy="3849192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1C077680-93C3-6F8F-CF13-5B7C56CC72B8}"/>
              </a:ext>
            </a:extLst>
          </p:cNvPr>
          <p:cNvSpPr txBox="1"/>
          <p:nvPr/>
        </p:nvSpPr>
        <p:spPr>
          <a:xfrm>
            <a:off x="7175862" y="4789717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push</a:t>
            </a:r>
          </a:p>
        </p:txBody>
      </p:sp>
    </p:spTree>
    <p:extLst>
      <p:ext uri="{BB962C8B-B14F-4D97-AF65-F5344CB8AC3E}">
        <p14:creationId xmlns:p14="http://schemas.microsoft.com/office/powerpoint/2010/main" val="24304803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e 21">
            <a:extLst>
              <a:ext uri="{FF2B5EF4-FFF2-40B4-BE49-F238E27FC236}">
                <a16:creationId xmlns:a16="http://schemas.microsoft.com/office/drawing/2014/main" id="{12F3C582-767A-340F-2ACB-ED42FAB0B55B}"/>
              </a:ext>
            </a:extLst>
          </p:cNvPr>
          <p:cNvGrpSpPr/>
          <p:nvPr/>
        </p:nvGrpSpPr>
        <p:grpSpPr>
          <a:xfrm>
            <a:off x="2563230" y="3675017"/>
            <a:ext cx="6737523" cy="2676365"/>
            <a:chOff x="387529" y="1611087"/>
            <a:chExt cx="11571513" cy="4686834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AF334D85-B582-24A1-A361-04AB87600F38}"/>
                </a:ext>
              </a:extLst>
            </p:cNvPr>
            <p:cNvSpPr/>
            <p:nvPr/>
          </p:nvSpPr>
          <p:spPr>
            <a:xfrm>
              <a:off x="387529" y="2055223"/>
              <a:ext cx="5177247" cy="402336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50" dirty="0"/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28AEF5A1-791E-64A9-3C7B-5F474844E604}"/>
                </a:ext>
              </a:extLst>
            </p:cNvPr>
            <p:cNvSpPr txBox="1"/>
            <p:nvPr/>
          </p:nvSpPr>
          <p:spPr>
            <a:xfrm>
              <a:off x="640079" y="1611087"/>
              <a:ext cx="1537339" cy="485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>
                  <a:solidFill>
                    <a:schemeClr val="accent4">
                      <a:lumMod val="75000"/>
                    </a:schemeClr>
                  </a:solidFill>
                </a:rPr>
                <a:t>Dépôt local</a:t>
              </a: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6B774934-77CB-B3EB-9232-946443BE7DCD}"/>
                </a:ext>
              </a:extLst>
            </p:cNvPr>
            <p:cNvSpPr txBox="1"/>
            <p:nvPr/>
          </p:nvSpPr>
          <p:spPr>
            <a:xfrm>
              <a:off x="9962604" y="4123509"/>
              <a:ext cx="1773225" cy="485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>
                  <a:solidFill>
                    <a:schemeClr val="accent1"/>
                  </a:solidFill>
                </a:rPr>
                <a:t>Dépôt distant</a:t>
              </a:r>
            </a:p>
          </p:txBody>
        </p:sp>
        <p:pic>
          <p:nvPicPr>
            <p:cNvPr id="26" name="Graphique 25" descr="Nuage">
              <a:extLst>
                <a:ext uri="{FF2B5EF4-FFF2-40B4-BE49-F238E27FC236}">
                  <a16:creationId xmlns:a16="http://schemas.microsoft.com/office/drawing/2014/main" id="{F4123D93-8EF6-5AE4-8E3A-CE418D978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88283" y="3990705"/>
              <a:ext cx="2270759" cy="2270759"/>
            </a:xfrm>
            <a:prstGeom prst="rect">
              <a:avLst/>
            </a:prstGeom>
          </p:spPr>
        </p:pic>
        <p:pic>
          <p:nvPicPr>
            <p:cNvPr id="27" name="Picture 4" descr="GitHub Logo, symbol, meaning, history, PNG, brand">
              <a:extLst>
                <a:ext uri="{FF2B5EF4-FFF2-40B4-BE49-F238E27FC236}">
                  <a16:creationId xmlns:a16="http://schemas.microsoft.com/office/drawing/2014/main" id="{FBF209B8-4A62-A1DA-7EE8-81B077F6EC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8197" b="88525" l="2765" r="97235">
                          <a14:foregroundMark x1="2765" y1="47541" x2="2765" y2="47541"/>
                          <a14:foregroundMark x1="38710" y1="39344" x2="38710" y2="39344"/>
                          <a14:foregroundMark x1="47926" y1="54918" x2="47926" y2="54918"/>
                          <a14:foregroundMark x1="48387" y1="37705" x2="48387" y2="37705"/>
                          <a14:foregroundMark x1="54839" y1="56557" x2="54839" y2="56557"/>
                          <a14:foregroundMark x1="62673" y1="48361" x2="62673" y2="48361"/>
                          <a14:foregroundMark x1="77419" y1="60656" x2="77419" y2="60656"/>
                          <a14:foregroundMark x1="90323" y1="54098" x2="90323" y2="54098"/>
                          <a14:foregroundMark x1="94470" y1="46721" x2="94470" y2="46721"/>
                          <a14:foregroundMark x1="97235" y1="55738" x2="97235" y2="5573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6569" y="5592045"/>
              <a:ext cx="1255533" cy="7058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1B272393-169C-803F-3769-058BFC3CA7D1}"/>
                </a:ext>
              </a:extLst>
            </p:cNvPr>
            <p:cNvSpPr/>
            <p:nvPr/>
          </p:nvSpPr>
          <p:spPr>
            <a:xfrm>
              <a:off x="1726292" y="3592972"/>
              <a:ext cx="2880542" cy="812938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fr-FR" sz="1050" dirty="0"/>
                <a:t>Stage (ou index)</a:t>
              </a:r>
            </a:p>
            <a:p>
              <a:pPr algn="r"/>
              <a:r>
                <a:rPr lang="fr-FR" sz="900" dirty="0">
                  <a:solidFill>
                    <a:schemeClr val="bg1">
                      <a:lumMod val="85000"/>
                    </a:schemeClr>
                  </a:solidFill>
                </a:rPr>
                <a:t>En attente de validation</a:t>
              </a:r>
              <a:endParaRPr lang="fr-FR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20" name="Connecteur : en arc 19">
              <a:extLst>
                <a:ext uri="{FF2B5EF4-FFF2-40B4-BE49-F238E27FC236}">
                  <a16:creationId xmlns:a16="http://schemas.microsoft.com/office/drawing/2014/main" id="{819A47BC-731D-3B9C-6CF3-3B8D825F59DC}"/>
                </a:ext>
              </a:extLst>
            </p:cNvPr>
            <p:cNvCxnSpPr/>
            <p:nvPr/>
          </p:nvCxnSpPr>
          <p:spPr>
            <a:xfrm rot="10800000" flipV="1">
              <a:off x="1700166" y="2878688"/>
              <a:ext cx="14746" cy="1164295"/>
            </a:xfrm>
            <a:prstGeom prst="curvedConnector3">
              <a:avLst>
                <a:gd name="adj1" fmla="val 4450283"/>
              </a:avLst>
            </a:prstGeom>
            <a:ln w="381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43738024-424D-D866-7693-2A9727A996F2}"/>
                </a:ext>
              </a:extLst>
            </p:cNvPr>
            <p:cNvSpPr txBox="1"/>
            <p:nvPr/>
          </p:nvSpPr>
          <p:spPr>
            <a:xfrm>
              <a:off x="1097280" y="3265715"/>
              <a:ext cx="686075" cy="4581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 err="1"/>
                <a:t>add</a:t>
              </a:r>
              <a:endParaRPr lang="fr-FR" sz="1100" dirty="0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D3DECD20-451B-E747-22D6-48E945FF5C08}"/>
                </a:ext>
              </a:extLst>
            </p:cNvPr>
            <p:cNvSpPr/>
            <p:nvPr/>
          </p:nvSpPr>
          <p:spPr>
            <a:xfrm>
              <a:off x="1724298" y="2454802"/>
              <a:ext cx="2880740" cy="812938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fr-FR" sz="1050" dirty="0"/>
                <a:t>Working directory</a:t>
              </a:r>
              <a:endParaRPr lang="fr-FR" sz="900" dirty="0">
                <a:solidFill>
                  <a:schemeClr val="bg1">
                    <a:lumMod val="85000"/>
                  </a:schemeClr>
                </a:solidFill>
              </a:endParaRPr>
            </a:p>
            <a:p>
              <a:pPr algn="r"/>
              <a:r>
                <a:rPr lang="fr-FR" sz="900" dirty="0">
                  <a:solidFill>
                    <a:schemeClr val="bg1">
                      <a:lumMod val="85000"/>
                    </a:schemeClr>
                  </a:solidFill>
                </a:rPr>
                <a:t>Zone de travail</a:t>
              </a:r>
              <a:endParaRPr lang="fr-FR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5" name="Connecteur : en arc 4">
              <a:extLst>
                <a:ext uri="{FF2B5EF4-FFF2-40B4-BE49-F238E27FC236}">
                  <a16:creationId xmlns:a16="http://schemas.microsoft.com/office/drawing/2014/main" id="{1C7D4841-BDDF-0B6A-07DC-4C120B6960C8}"/>
                </a:ext>
              </a:extLst>
            </p:cNvPr>
            <p:cNvCxnSpPr/>
            <p:nvPr/>
          </p:nvCxnSpPr>
          <p:spPr>
            <a:xfrm rot="10800000" flipV="1">
              <a:off x="1643560" y="4206745"/>
              <a:ext cx="14746" cy="1164295"/>
            </a:xfrm>
            <a:prstGeom prst="curvedConnector3">
              <a:avLst>
                <a:gd name="adj1" fmla="val 4450283"/>
              </a:avLst>
            </a:prstGeom>
            <a:ln w="381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071A91B2-71AC-D531-934A-6C8C498F67BB}"/>
                </a:ext>
              </a:extLst>
            </p:cNvPr>
            <p:cNvSpPr txBox="1"/>
            <p:nvPr/>
          </p:nvSpPr>
          <p:spPr>
            <a:xfrm>
              <a:off x="971005" y="4517516"/>
              <a:ext cx="1066006" cy="4581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commit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05AF71DE-3E51-2A27-26F2-D543079C884F}"/>
                </a:ext>
              </a:extLst>
            </p:cNvPr>
            <p:cNvSpPr/>
            <p:nvPr/>
          </p:nvSpPr>
          <p:spPr>
            <a:xfrm>
              <a:off x="1703959" y="4870471"/>
              <a:ext cx="2929002" cy="812938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fr-FR" sz="1050" dirty="0"/>
                <a:t>Repository</a:t>
              </a:r>
            </a:p>
            <a:p>
              <a:pPr algn="r"/>
              <a:r>
                <a:rPr lang="fr-FR" sz="900" dirty="0">
                  <a:solidFill>
                    <a:schemeClr val="bg1">
                      <a:lumMod val="85000"/>
                    </a:schemeClr>
                  </a:solidFill>
                </a:rPr>
                <a:t>Modifications enregistrées</a:t>
              </a:r>
            </a:p>
          </p:txBody>
        </p:sp>
        <p:pic>
          <p:nvPicPr>
            <p:cNvPr id="9" name="Graphique 8" descr="Document">
              <a:extLst>
                <a:ext uri="{FF2B5EF4-FFF2-40B4-BE49-F238E27FC236}">
                  <a16:creationId xmlns:a16="http://schemas.microsoft.com/office/drawing/2014/main" id="{156C9EF8-DA6A-FD12-11DE-BBCBDD68A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32563" y="4990006"/>
              <a:ext cx="624841" cy="624841"/>
            </a:xfrm>
            <a:prstGeom prst="rect">
              <a:avLst/>
            </a:prstGeom>
          </p:spPr>
        </p:pic>
        <p:pic>
          <p:nvPicPr>
            <p:cNvPr id="10" name="Graphique 9" descr="Document">
              <a:extLst>
                <a:ext uri="{FF2B5EF4-FFF2-40B4-BE49-F238E27FC236}">
                  <a16:creationId xmlns:a16="http://schemas.microsoft.com/office/drawing/2014/main" id="{43B79A60-4F83-A9EE-3418-11436579E5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724596" y="4994353"/>
              <a:ext cx="624841" cy="624841"/>
            </a:xfrm>
            <a:prstGeom prst="rect">
              <a:avLst/>
            </a:prstGeom>
          </p:spPr>
        </p:pic>
        <p:sp>
          <p:nvSpPr>
            <p:cNvPr id="11" name="Flèche : bas 10">
              <a:extLst>
                <a:ext uri="{FF2B5EF4-FFF2-40B4-BE49-F238E27FC236}">
                  <a16:creationId xmlns:a16="http://schemas.microsoft.com/office/drawing/2014/main" id="{7B8BB0CB-8C1C-D5AA-6A95-96C5C17B07C2}"/>
                </a:ext>
              </a:extLst>
            </p:cNvPr>
            <p:cNvSpPr/>
            <p:nvPr/>
          </p:nvSpPr>
          <p:spPr>
            <a:xfrm rot="16200000">
              <a:off x="7563392" y="3400694"/>
              <a:ext cx="339637" cy="3849192"/>
            </a:xfrm>
            <a:prstGeom prst="downArrow">
              <a:avLst>
                <a:gd name="adj1" fmla="val 31481"/>
                <a:gd name="adj2" fmla="val 80232"/>
              </a:avLst>
            </a:prstGeom>
            <a:gradFill flip="none" rotWithShape="1">
              <a:gsLst>
                <a:gs pos="0">
                  <a:schemeClr val="dk1">
                    <a:lumMod val="67000"/>
                  </a:schemeClr>
                </a:gs>
                <a:gs pos="48000">
                  <a:schemeClr val="dk1">
                    <a:lumMod val="97000"/>
                    <a:lumOff val="3000"/>
                  </a:schemeClr>
                </a:gs>
                <a:gs pos="100000">
                  <a:schemeClr val="dk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100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1C077680-93C3-6F8F-CF13-5B7C56CC72B8}"/>
                </a:ext>
              </a:extLst>
            </p:cNvPr>
            <p:cNvSpPr txBox="1"/>
            <p:nvPr/>
          </p:nvSpPr>
          <p:spPr>
            <a:xfrm>
              <a:off x="7175861" y="4789718"/>
              <a:ext cx="790694" cy="4581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push</a:t>
              </a:r>
            </a:p>
          </p:txBody>
        </p:sp>
      </p:grpSp>
      <p:sp>
        <p:nvSpPr>
          <p:cNvPr id="23" name="ZoneTexte 22">
            <a:extLst>
              <a:ext uri="{FF2B5EF4-FFF2-40B4-BE49-F238E27FC236}">
                <a16:creationId xmlns:a16="http://schemas.microsoft.com/office/drawing/2014/main" id="{C2150B97-9D28-5984-16CF-3F37F7C9AB3C}"/>
              </a:ext>
            </a:extLst>
          </p:cNvPr>
          <p:cNvSpPr txBox="1"/>
          <p:nvPr/>
        </p:nvSpPr>
        <p:spPr>
          <a:xfrm>
            <a:off x="766354" y="383903"/>
            <a:ext cx="10624456" cy="30469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cd Documents/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//Navigation dans nouveau dossier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touch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index.html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//Création fichier html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status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//Visualisation du statut (</a:t>
            </a:r>
            <a:r>
              <a:rPr lang="fr-FR" sz="1600" b="0" i="0" dirty="0" err="1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working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 directory)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index.html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//Indexation du fichier</a:t>
            </a: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status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//Visualisation du statut (stage)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commit –m «Ajout du fichier index.html»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//sauvegarde de la version (repo)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614231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65B75-E792-1169-CB5F-760F6752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d’un compte</a:t>
            </a:r>
          </a:p>
        </p:txBody>
      </p:sp>
      <p:pic>
        <p:nvPicPr>
          <p:cNvPr id="4" name="Picture 4" descr="GitHub Logo, symbol, meaning, history, PNG, brand">
            <a:extLst>
              <a:ext uri="{FF2B5EF4-FFF2-40B4-BE49-F238E27FC236}">
                <a16:creationId xmlns:a16="http://schemas.microsoft.com/office/drawing/2014/main" id="{52462B44-796C-3BAB-96E2-9E0D516910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5646" y="424520"/>
            <a:ext cx="2066925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D1E59F1-DB31-9AA2-3835-55D60B620A4E}"/>
              </a:ext>
            </a:extLst>
          </p:cNvPr>
          <p:cNvSpPr txBox="1"/>
          <p:nvPr/>
        </p:nvSpPr>
        <p:spPr>
          <a:xfrm>
            <a:off x="4136572" y="3309257"/>
            <a:ext cx="43796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Rendez-vous sur </a:t>
            </a:r>
            <a:r>
              <a:rPr lang="fr-FR" sz="2800" i="1" u="sng" dirty="0"/>
              <a:t>github.com </a:t>
            </a:r>
          </a:p>
        </p:txBody>
      </p:sp>
    </p:spTree>
    <p:extLst>
      <p:ext uri="{BB962C8B-B14F-4D97-AF65-F5344CB8AC3E}">
        <p14:creationId xmlns:p14="http://schemas.microsoft.com/office/powerpoint/2010/main" val="1694162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65B75-E792-1169-CB5F-760F6752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Authentification sur </a:t>
            </a:r>
          </a:p>
        </p:txBody>
      </p:sp>
      <p:pic>
        <p:nvPicPr>
          <p:cNvPr id="4" name="Picture 4" descr="GitHub Logo, symbol, meaning, history, PNG, brand">
            <a:extLst>
              <a:ext uri="{FF2B5EF4-FFF2-40B4-BE49-F238E27FC236}">
                <a16:creationId xmlns:a16="http://schemas.microsoft.com/office/drawing/2014/main" id="{52462B44-796C-3BAB-96E2-9E0D516910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263" y="433229"/>
            <a:ext cx="2066925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A8372E30-804F-DFF4-8A46-6184FDD59EFE}"/>
              </a:ext>
            </a:extLst>
          </p:cNvPr>
          <p:cNvSpPr txBox="1"/>
          <p:nvPr/>
        </p:nvSpPr>
        <p:spPr>
          <a:xfrm>
            <a:off x="2394856" y="1924594"/>
            <a:ext cx="65314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Création d’une clé SSH pour authentification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 err="1">
                <a:solidFill>
                  <a:schemeClr val="bg1"/>
                </a:solidFill>
                <a:highlight>
                  <a:srgbClr val="000000"/>
                </a:highlight>
              </a:rPr>
              <a:t>ssh</a:t>
            </a:r>
            <a:r>
              <a:rPr lang="fr-FR" dirty="0">
                <a:solidFill>
                  <a:schemeClr val="bg1"/>
                </a:solidFill>
                <a:highlight>
                  <a:srgbClr val="000000"/>
                </a:highlight>
              </a:rPr>
              <a:t>-keygen –t ed25519 –C «monadressemail@toto.com»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Pas de </a:t>
            </a:r>
            <a:r>
              <a:rPr lang="fr-FR" dirty="0" err="1"/>
              <a:t>passphrase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Copier le contenu de la clé publique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7227B41-E507-A9EC-F708-A31E2706E5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154" y="3272079"/>
            <a:ext cx="6723017" cy="3363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425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65B75-E792-1169-CB5F-760F6752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Authentification sur </a:t>
            </a:r>
          </a:p>
        </p:txBody>
      </p:sp>
      <p:pic>
        <p:nvPicPr>
          <p:cNvPr id="4" name="Picture 4" descr="GitHub Logo, symbol, meaning, history, PNG, brand">
            <a:extLst>
              <a:ext uri="{FF2B5EF4-FFF2-40B4-BE49-F238E27FC236}">
                <a16:creationId xmlns:a16="http://schemas.microsoft.com/office/drawing/2014/main" id="{52462B44-796C-3BAB-96E2-9E0D516910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263" y="433229"/>
            <a:ext cx="2066925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2EBBCAF-0984-AC53-CF98-B6B278349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959" y="1560861"/>
            <a:ext cx="8132093" cy="473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5430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65B75-E792-1169-CB5F-760F6752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Authentification sur </a:t>
            </a:r>
          </a:p>
        </p:txBody>
      </p:sp>
      <p:pic>
        <p:nvPicPr>
          <p:cNvPr id="4" name="Picture 4" descr="GitHub Logo, symbol, meaning, history, PNG, brand">
            <a:extLst>
              <a:ext uri="{FF2B5EF4-FFF2-40B4-BE49-F238E27FC236}">
                <a16:creationId xmlns:a16="http://schemas.microsoft.com/office/drawing/2014/main" id="{52462B44-796C-3BAB-96E2-9E0D516910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263" y="433229"/>
            <a:ext cx="2066925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C71E686-97C1-6BCB-6D84-C4C0418A3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238" y="1949717"/>
            <a:ext cx="10040983" cy="394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3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65B75-E792-1169-CB5F-760F6752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d’un dépôt sur </a:t>
            </a:r>
          </a:p>
        </p:txBody>
      </p:sp>
      <p:pic>
        <p:nvPicPr>
          <p:cNvPr id="4" name="Picture 4" descr="GitHub Logo, symbol, meaning, history, PNG, brand">
            <a:extLst>
              <a:ext uri="{FF2B5EF4-FFF2-40B4-BE49-F238E27FC236}">
                <a16:creationId xmlns:a16="http://schemas.microsoft.com/office/drawing/2014/main" id="{52462B44-796C-3BAB-96E2-9E0D516910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617" y="441938"/>
            <a:ext cx="2066925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8F30539-FBAB-38E6-93D7-854FF6179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71" y="2464128"/>
            <a:ext cx="10023566" cy="228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7785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65B75-E792-1169-CB5F-760F6752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d’un dépôt sur </a:t>
            </a:r>
          </a:p>
        </p:txBody>
      </p:sp>
      <p:pic>
        <p:nvPicPr>
          <p:cNvPr id="4" name="Picture 4" descr="GitHub Logo, symbol, meaning, history, PNG, brand">
            <a:extLst>
              <a:ext uri="{FF2B5EF4-FFF2-40B4-BE49-F238E27FC236}">
                <a16:creationId xmlns:a16="http://schemas.microsoft.com/office/drawing/2014/main" id="{52462B44-796C-3BAB-96E2-9E0D516910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617" y="441938"/>
            <a:ext cx="2066925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DCB7B9C-36D1-E0C3-4B27-6CB75976B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19124"/>
            <a:ext cx="8046753" cy="423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7748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465B75-E792-1169-CB5F-760F67529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Création d’un dépôt sur </a:t>
            </a:r>
          </a:p>
        </p:txBody>
      </p:sp>
      <p:pic>
        <p:nvPicPr>
          <p:cNvPr id="4" name="Picture 4" descr="GitHub Logo, symbol, meaning, history, PNG, brand">
            <a:extLst>
              <a:ext uri="{FF2B5EF4-FFF2-40B4-BE49-F238E27FC236}">
                <a16:creationId xmlns:a16="http://schemas.microsoft.com/office/drawing/2014/main" id="{52462B44-796C-3BAB-96E2-9E0D5169106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4617" y="441938"/>
            <a:ext cx="2066925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59847E82-C8A3-8B8D-8AB0-7AB9A9BE9851}"/>
              </a:ext>
            </a:extLst>
          </p:cNvPr>
          <p:cNvSpPr txBox="1"/>
          <p:nvPr/>
        </p:nvSpPr>
        <p:spPr>
          <a:xfrm>
            <a:off x="775063" y="2082075"/>
            <a:ext cx="10624456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remote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add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origin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git@github.com:........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//Lien entre projet GitHub et Git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push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origin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master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//Envoi des modifications au dépôt distant</a:t>
            </a: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7279898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3C44CA0D-BFCC-7D03-F79B-A55AC96CDE57}"/>
              </a:ext>
            </a:extLst>
          </p:cNvPr>
          <p:cNvSpPr txBox="1"/>
          <p:nvPr/>
        </p:nvSpPr>
        <p:spPr>
          <a:xfrm>
            <a:off x="1515289" y="1183086"/>
            <a:ext cx="937913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Le protocole SSH permet d’authentifier une personne grâce à une clé unique et personnelle.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Vous pouvez ajouter une clé SSH sur votre compte GitHub afin de vous authentifier plus rapidement.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git </a:t>
            </a:r>
            <a:r>
              <a:rPr lang="fr-FR" b="0" i="0" dirty="0" err="1">
                <a:solidFill>
                  <a:srgbClr val="271A38"/>
                </a:solidFill>
                <a:effectLst/>
                <a:latin typeface="Inter"/>
              </a:rPr>
              <a:t>add</a:t>
            </a: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 permet d’ajouter des fichiers dans l’index, qui est une zone intermédiaire dans laquelle stocker les fichiers modifiés.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git commit permet de créer une nouvelle version avec les fichiers situés dans l’index.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git commit -m permet de créer une nouvelle version et de préciser le message rattaché au commit.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git push permet d’envoyer les modifications faites en local vers un dépôt distant. 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3120372B-BA0F-93C8-A730-0463E1B2838F}"/>
              </a:ext>
            </a:extLst>
          </p:cNvPr>
          <p:cNvGrpSpPr/>
          <p:nvPr/>
        </p:nvGrpSpPr>
        <p:grpSpPr>
          <a:xfrm>
            <a:off x="2676442" y="4014651"/>
            <a:ext cx="6737523" cy="2676365"/>
            <a:chOff x="387529" y="1611087"/>
            <a:chExt cx="11571513" cy="4686834"/>
          </a:xfrm>
        </p:grpSpPr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FA490B30-D1D2-F867-C0A5-4F75305F61A6}"/>
                </a:ext>
              </a:extLst>
            </p:cNvPr>
            <p:cNvSpPr/>
            <p:nvPr/>
          </p:nvSpPr>
          <p:spPr>
            <a:xfrm>
              <a:off x="387529" y="2055223"/>
              <a:ext cx="5177247" cy="402336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50" dirty="0"/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F7E0656-F407-79F7-D2F3-3BBEFEDA894B}"/>
                </a:ext>
              </a:extLst>
            </p:cNvPr>
            <p:cNvSpPr txBox="1"/>
            <p:nvPr/>
          </p:nvSpPr>
          <p:spPr>
            <a:xfrm>
              <a:off x="640079" y="1611087"/>
              <a:ext cx="1537339" cy="485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>
                  <a:solidFill>
                    <a:schemeClr val="accent4">
                      <a:lumMod val="75000"/>
                    </a:schemeClr>
                  </a:solidFill>
                </a:rPr>
                <a:t>Dépôt local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77CCA7C-7407-A972-4B7E-45322DE6A4C9}"/>
                </a:ext>
              </a:extLst>
            </p:cNvPr>
            <p:cNvSpPr txBox="1"/>
            <p:nvPr/>
          </p:nvSpPr>
          <p:spPr>
            <a:xfrm>
              <a:off x="9962604" y="4123509"/>
              <a:ext cx="1773225" cy="485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>
                  <a:solidFill>
                    <a:schemeClr val="accent1"/>
                  </a:solidFill>
                </a:rPr>
                <a:t>Dépôt distant</a:t>
              </a:r>
            </a:p>
          </p:txBody>
        </p:sp>
        <p:pic>
          <p:nvPicPr>
            <p:cNvPr id="10" name="Graphique 9" descr="Nuage">
              <a:extLst>
                <a:ext uri="{FF2B5EF4-FFF2-40B4-BE49-F238E27FC236}">
                  <a16:creationId xmlns:a16="http://schemas.microsoft.com/office/drawing/2014/main" id="{CACF5194-FEBD-EE8B-84A6-06623C144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88283" y="3990705"/>
              <a:ext cx="2270759" cy="2270759"/>
            </a:xfrm>
            <a:prstGeom prst="rect">
              <a:avLst/>
            </a:prstGeom>
          </p:spPr>
        </p:pic>
        <p:pic>
          <p:nvPicPr>
            <p:cNvPr id="11" name="Picture 4" descr="GitHub Logo, symbol, meaning, history, PNG, brand">
              <a:extLst>
                <a:ext uri="{FF2B5EF4-FFF2-40B4-BE49-F238E27FC236}">
                  <a16:creationId xmlns:a16="http://schemas.microsoft.com/office/drawing/2014/main" id="{ACA633D9-65A6-EA87-844E-A6622AF5D5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8197" b="88525" l="2765" r="97235">
                          <a14:foregroundMark x1="2765" y1="47541" x2="2765" y2="47541"/>
                          <a14:foregroundMark x1="38710" y1="39344" x2="38710" y2="39344"/>
                          <a14:foregroundMark x1="47926" y1="54918" x2="47926" y2="54918"/>
                          <a14:foregroundMark x1="48387" y1="37705" x2="48387" y2="37705"/>
                          <a14:foregroundMark x1="54839" y1="56557" x2="54839" y2="56557"/>
                          <a14:foregroundMark x1="62673" y1="48361" x2="62673" y2="48361"/>
                          <a14:foregroundMark x1="77419" y1="60656" x2="77419" y2="60656"/>
                          <a14:foregroundMark x1="90323" y1="54098" x2="90323" y2="54098"/>
                          <a14:foregroundMark x1="94470" y1="46721" x2="94470" y2="46721"/>
                          <a14:foregroundMark x1="97235" y1="55738" x2="97235" y2="5573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6569" y="5592045"/>
              <a:ext cx="1255533" cy="7058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6A4FEDC7-07F2-E5B2-6E14-C0DAFD5AD223}"/>
                </a:ext>
              </a:extLst>
            </p:cNvPr>
            <p:cNvSpPr/>
            <p:nvPr/>
          </p:nvSpPr>
          <p:spPr>
            <a:xfrm>
              <a:off x="1726292" y="3592972"/>
              <a:ext cx="2880542" cy="812938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fr-FR" sz="1050" dirty="0"/>
                <a:t>Stage (ou index)</a:t>
              </a:r>
            </a:p>
            <a:p>
              <a:pPr algn="r"/>
              <a:r>
                <a:rPr lang="fr-FR" sz="900" dirty="0">
                  <a:solidFill>
                    <a:schemeClr val="bg1">
                      <a:lumMod val="85000"/>
                    </a:schemeClr>
                  </a:solidFill>
                </a:rPr>
                <a:t>En attente de validation</a:t>
              </a:r>
              <a:endParaRPr lang="fr-FR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13" name="Connecteur : en arc 12">
              <a:extLst>
                <a:ext uri="{FF2B5EF4-FFF2-40B4-BE49-F238E27FC236}">
                  <a16:creationId xmlns:a16="http://schemas.microsoft.com/office/drawing/2014/main" id="{128B90D8-9BCC-B942-FC1C-B4BD8E959B3D}"/>
                </a:ext>
              </a:extLst>
            </p:cNvPr>
            <p:cNvCxnSpPr/>
            <p:nvPr/>
          </p:nvCxnSpPr>
          <p:spPr>
            <a:xfrm rot="10800000" flipV="1">
              <a:off x="1700166" y="2878688"/>
              <a:ext cx="14746" cy="1164295"/>
            </a:xfrm>
            <a:prstGeom prst="curvedConnector3">
              <a:avLst>
                <a:gd name="adj1" fmla="val 4450283"/>
              </a:avLst>
            </a:prstGeom>
            <a:ln w="381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078B1BE4-BBDA-12E2-1898-4448C0D3BF12}"/>
                </a:ext>
              </a:extLst>
            </p:cNvPr>
            <p:cNvSpPr txBox="1"/>
            <p:nvPr/>
          </p:nvSpPr>
          <p:spPr>
            <a:xfrm>
              <a:off x="1097280" y="3265715"/>
              <a:ext cx="686075" cy="4581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 err="1"/>
                <a:t>add</a:t>
              </a:r>
              <a:endParaRPr lang="fr-FR" sz="1100" dirty="0"/>
            </a:p>
          </p:txBody>
        </p:sp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C5A150E6-5EC2-0E2B-53DF-CB353AE3C296}"/>
                </a:ext>
              </a:extLst>
            </p:cNvPr>
            <p:cNvSpPr/>
            <p:nvPr/>
          </p:nvSpPr>
          <p:spPr>
            <a:xfrm>
              <a:off x="1724298" y="2454802"/>
              <a:ext cx="2880740" cy="812938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fr-FR" sz="1050" dirty="0"/>
                <a:t>Working directory</a:t>
              </a:r>
              <a:endParaRPr lang="fr-FR" sz="900" dirty="0">
                <a:solidFill>
                  <a:schemeClr val="bg1">
                    <a:lumMod val="85000"/>
                  </a:schemeClr>
                </a:solidFill>
              </a:endParaRPr>
            </a:p>
            <a:p>
              <a:pPr algn="r"/>
              <a:r>
                <a:rPr lang="fr-FR" sz="900" dirty="0">
                  <a:solidFill>
                    <a:schemeClr val="bg1">
                      <a:lumMod val="85000"/>
                    </a:schemeClr>
                  </a:solidFill>
                </a:rPr>
                <a:t>Zone de travail</a:t>
              </a:r>
              <a:endParaRPr lang="fr-FR" sz="1050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cxnSp>
          <p:nvCxnSpPr>
            <p:cNvPr id="16" name="Connecteur : en arc 15">
              <a:extLst>
                <a:ext uri="{FF2B5EF4-FFF2-40B4-BE49-F238E27FC236}">
                  <a16:creationId xmlns:a16="http://schemas.microsoft.com/office/drawing/2014/main" id="{8B6CBF33-C0BE-EADC-52AB-7DD7386E3CC2}"/>
                </a:ext>
              </a:extLst>
            </p:cNvPr>
            <p:cNvCxnSpPr/>
            <p:nvPr/>
          </p:nvCxnSpPr>
          <p:spPr>
            <a:xfrm rot="10800000" flipV="1">
              <a:off x="1643560" y="4206745"/>
              <a:ext cx="14746" cy="1164295"/>
            </a:xfrm>
            <a:prstGeom prst="curvedConnector3">
              <a:avLst>
                <a:gd name="adj1" fmla="val 4450283"/>
              </a:avLst>
            </a:prstGeom>
            <a:ln w="381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493FFAED-7D23-B3E4-FEC5-725CEAB3C695}"/>
                </a:ext>
              </a:extLst>
            </p:cNvPr>
            <p:cNvSpPr txBox="1"/>
            <p:nvPr/>
          </p:nvSpPr>
          <p:spPr>
            <a:xfrm>
              <a:off x="971005" y="4517516"/>
              <a:ext cx="1066006" cy="4581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commit</a:t>
              </a:r>
            </a:p>
          </p:txBody>
        </p:sp>
        <p:sp>
          <p:nvSpPr>
            <p:cNvPr id="18" name="Rectangle : coins arrondis 17">
              <a:extLst>
                <a:ext uri="{FF2B5EF4-FFF2-40B4-BE49-F238E27FC236}">
                  <a16:creationId xmlns:a16="http://schemas.microsoft.com/office/drawing/2014/main" id="{C188A6A9-442B-036B-4987-3BC3B9505946}"/>
                </a:ext>
              </a:extLst>
            </p:cNvPr>
            <p:cNvSpPr/>
            <p:nvPr/>
          </p:nvSpPr>
          <p:spPr>
            <a:xfrm>
              <a:off x="1703959" y="4870471"/>
              <a:ext cx="2929002" cy="812938"/>
            </a:xfrm>
            <a:prstGeom prst="round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fr-FR" sz="1050" dirty="0"/>
                <a:t>Repository</a:t>
              </a:r>
            </a:p>
            <a:p>
              <a:pPr algn="r"/>
              <a:r>
                <a:rPr lang="fr-FR" sz="900" dirty="0">
                  <a:solidFill>
                    <a:schemeClr val="bg1">
                      <a:lumMod val="85000"/>
                    </a:schemeClr>
                  </a:solidFill>
                </a:rPr>
                <a:t>Modifications enregistrées</a:t>
              </a:r>
            </a:p>
          </p:txBody>
        </p:sp>
        <p:pic>
          <p:nvPicPr>
            <p:cNvPr id="19" name="Graphique 18" descr="Document">
              <a:extLst>
                <a:ext uri="{FF2B5EF4-FFF2-40B4-BE49-F238E27FC236}">
                  <a16:creationId xmlns:a16="http://schemas.microsoft.com/office/drawing/2014/main" id="{BC65F9C1-0A42-0685-8942-BC1F372BA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32563" y="4990006"/>
              <a:ext cx="624841" cy="624841"/>
            </a:xfrm>
            <a:prstGeom prst="rect">
              <a:avLst/>
            </a:prstGeom>
          </p:spPr>
        </p:pic>
        <p:pic>
          <p:nvPicPr>
            <p:cNvPr id="20" name="Graphique 19" descr="Document">
              <a:extLst>
                <a:ext uri="{FF2B5EF4-FFF2-40B4-BE49-F238E27FC236}">
                  <a16:creationId xmlns:a16="http://schemas.microsoft.com/office/drawing/2014/main" id="{AA094164-B51A-6A99-AD83-9CAD876993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724596" y="4994353"/>
              <a:ext cx="624841" cy="624841"/>
            </a:xfrm>
            <a:prstGeom prst="rect">
              <a:avLst/>
            </a:prstGeom>
          </p:spPr>
        </p:pic>
        <p:sp>
          <p:nvSpPr>
            <p:cNvPr id="21" name="Flèche : bas 20">
              <a:extLst>
                <a:ext uri="{FF2B5EF4-FFF2-40B4-BE49-F238E27FC236}">
                  <a16:creationId xmlns:a16="http://schemas.microsoft.com/office/drawing/2014/main" id="{DED46F91-00B0-DA73-C390-EEF225F0C35B}"/>
                </a:ext>
              </a:extLst>
            </p:cNvPr>
            <p:cNvSpPr/>
            <p:nvPr/>
          </p:nvSpPr>
          <p:spPr>
            <a:xfrm rot="16200000">
              <a:off x="7563392" y="3400694"/>
              <a:ext cx="339637" cy="3849192"/>
            </a:xfrm>
            <a:prstGeom prst="downArrow">
              <a:avLst>
                <a:gd name="adj1" fmla="val 31481"/>
                <a:gd name="adj2" fmla="val 80232"/>
              </a:avLst>
            </a:prstGeom>
            <a:gradFill flip="none" rotWithShape="1">
              <a:gsLst>
                <a:gs pos="0">
                  <a:schemeClr val="dk1">
                    <a:lumMod val="67000"/>
                  </a:schemeClr>
                </a:gs>
                <a:gs pos="48000">
                  <a:schemeClr val="dk1">
                    <a:lumMod val="97000"/>
                    <a:lumOff val="3000"/>
                  </a:schemeClr>
                </a:gs>
                <a:gs pos="100000">
                  <a:schemeClr val="dk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100"/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A4713FD9-65D2-BDA2-2A9B-ABBDD5B6E380}"/>
                </a:ext>
              </a:extLst>
            </p:cNvPr>
            <p:cNvSpPr txBox="1"/>
            <p:nvPr/>
          </p:nvSpPr>
          <p:spPr>
            <a:xfrm>
              <a:off x="7175861" y="4789718"/>
              <a:ext cx="790694" cy="4581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push</a:t>
              </a:r>
            </a:p>
          </p:txBody>
        </p:sp>
      </p:grpSp>
      <p:sp>
        <p:nvSpPr>
          <p:cNvPr id="23" name="Titre 1">
            <a:extLst>
              <a:ext uri="{FF2B5EF4-FFF2-40B4-BE49-F238E27FC236}">
                <a16:creationId xmlns:a16="http://schemas.microsoft.com/office/drawing/2014/main" id="{A949D6E0-1C3A-000C-6EC2-5B4A5D314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" y="0"/>
            <a:ext cx="10515600" cy="1325563"/>
          </a:xfrm>
        </p:spPr>
        <p:txBody>
          <a:bodyPr/>
          <a:lstStyle/>
          <a:p>
            <a:r>
              <a:rPr lang="fr-FR" dirty="0"/>
              <a:t>En résumé</a:t>
            </a:r>
          </a:p>
        </p:txBody>
      </p:sp>
    </p:spTree>
    <p:extLst>
      <p:ext uri="{BB962C8B-B14F-4D97-AF65-F5344CB8AC3E}">
        <p14:creationId xmlns:p14="http://schemas.microsoft.com/office/powerpoint/2010/main" val="25164457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066709-8877-86B1-6B69-C650B46A6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 système de branches</a:t>
            </a:r>
          </a:p>
        </p:txBody>
      </p:sp>
      <p:pic>
        <p:nvPicPr>
          <p:cNvPr id="1026" name="Picture 2" descr="A successful Git branching model » nvie.com">
            <a:extLst>
              <a:ext uri="{FF2B5EF4-FFF2-40B4-BE49-F238E27FC236}">
                <a16:creationId xmlns:a16="http://schemas.microsoft.com/office/drawing/2014/main" id="{27216836-3275-2647-66D5-B4B6F8E94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9552" y="151585"/>
            <a:ext cx="5060859" cy="67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E49DDD7-DD28-9CC8-5F27-8CEAD23BBD1F}"/>
              </a:ext>
            </a:extLst>
          </p:cNvPr>
          <p:cNvSpPr txBox="1"/>
          <p:nvPr/>
        </p:nvSpPr>
        <p:spPr>
          <a:xfrm>
            <a:off x="539931" y="2394857"/>
            <a:ext cx="6496596" cy="22307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dirty="0"/>
              <a:t>Permet de faire des modifications sans affecter le projet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dirty="0"/>
              <a:t>Branche master (ou main) correspond à la production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dirty="0"/>
              <a:t>Branche </a:t>
            </a:r>
            <a:r>
              <a:rPr lang="fr-FR" dirty="0" err="1"/>
              <a:t>develop</a:t>
            </a:r>
            <a:r>
              <a:rPr lang="fr-FR" dirty="0"/>
              <a:t> correspond à la branche regroupant tous les ajouts en cours</a:t>
            </a:r>
          </a:p>
        </p:txBody>
      </p:sp>
    </p:spTree>
    <p:extLst>
      <p:ext uri="{BB962C8B-B14F-4D97-AF65-F5344CB8AC3E}">
        <p14:creationId xmlns:p14="http://schemas.microsoft.com/office/powerpoint/2010/main" val="1213582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7542B3-115C-DCC9-7BD5-B7B64C9AE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Créer une branche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2D00488-109F-00CC-F29F-5E7D47B991D2}"/>
              </a:ext>
            </a:extLst>
          </p:cNvPr>
          <p:cNvSpPr txBox="1"/>
          <p:nvPr/>
        </p:nvSpPr>
        <p:spPr>
          <a:xfrm>
            <a:off x="775063" y="2082075"/>
            <a:ext cx="10624456" cy="30469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branch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</a:rPr>
              <a:t>Liste des branches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branch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feature1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//Création d’une nouvelle branche « feature1 »</a:t>
            </a: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checkout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feature1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//Se positionner dans la branche « feature1 </a:t>
            </a: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(feature1)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branch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</a:rPr>
              <a:t>Liste des branches</a:t>
            </a:r>
          </a:p>
          <a:p>
            <a:endParaRPr lang="fr-FR" sz="1600" dirty="0">
              <a:solidFill>
                <a:srgbClr val="00B0F0"/>
              </a:solidFill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//Faites des modifications dans votre branche et partager les à votre dépôt distant</a:t>
            </a:r>
            <a:endParaRPr lang="fr-FR" sz="1600" dirty="0"/>
          </a:p>
          <a:p>
            <a:endParaRPr lang="fr-FR" sz="1600" dirty="0"/>
          </a:p>
          <a:p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26157162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7542B3-115C-DCC9-7BD5-B7B64C9AE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Fusionner des branches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2D00488-109F-00CC-F29F-5E7D47B991D2}"/>
              </a:ext>
            </a:extLst>
          </p:cNvPr>
          <p:cNvSpPr txBox="1"/>
          <p:nvPr/>
        </p:nvSpPr>
        <p:spPr>
          <a:xfrm>
            <a:off x="827314" y="3597366"/>
            <a:ext cx="10624456" cy="206210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(feature1)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branch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</a:rPr>
              <a:t>Liste des branches</a:t>
            </a:r>
            <a:endParaRPr lang="fr-FR" sz="1600" dirty="0"/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(feature1)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checkout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master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</a:rPr>
              <a:t>Changer de branche</a:t>
            </a: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merge feature1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</a:rPr>
              <a:t>Fusionner la branche feature1 dans master</a:t>
            </a:r>
            <a:endParaRPr lang="fr-FR" sz="1600" dirty="0"/>
          </a:p>
          <a:p>
            <a:endParaRPr lang="fr-FR" sz="1600" dirty="0"/>
          </a:p>
          <a:p>
            <a:endParaRPr lang="fr-FR" sz="1600" dirty="0"/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49365BCE-7924-DE28-8B9B-A9B2A9F53C6B}"/>
              </a:ext>
            </a:extLst>
          </p:cNvPr>
          <p:cNvSpPr/>
          <p:nvPr/>
        </p:nvSpPr>
        <p:spPr>
          <a:xfrm>
            <a:off x="4428826" y="1785254"/>
            <a:ext cx="3835608" cy="1268874"/>
          </a:xfrm>
          <a:custGeom>
            <a:avLst/>
            <a:gdLst>
              <a:gd name="connsiteX0" fmla="*/ 38671 w 3835608"/>
              <a:gd name="connsiteY0" fmla="*/ 0 h 1268874"/>
              <a:gd name="connsiteX1" fmla="*/ 543768 w 3835608"/>
              <a:gd name="connsiteY1" fmla="*/ 1105989 h 1268874"/>
              <a:gd name="connsiteX2" fmla="*/ 3835608 w 3835608"/>
              <a:gd name="connsiteY2" fmla="*/ 1262743 h 1268874"/>
              <a:gd name="connsiteX3" fmla="*/ 3835608 w 3835608"/>
              <a:gd name="connsiteY3" fmla="*/ 1262743 h 1268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5608" h="1268874">
                <a:moveTo>
                  <a:pt x="38671" y="0"/>
                </a:moveTo>
                <a:cubicBezTo>
                  <a:pt x="-25192" y="447766"/>
                  <a:pt x="-89055" y="895532"/>
                  <a:pt x="543768" y="1105989"/>
                </a:cubicBezTo>
                <a:cubicBezTo>
                  <a:pt x="1176591" y="1316446"/>
                  <a:pt x="3835608" y="1262743"/>
                  <a:pt x="3835608" y="1262743"/>
                </a:cubicBezTo>
                <a:lnTo>
                  <a:pt x="3835608" y="1262743"/>
                </a:lnTo>
              </a:path>
            </a:pathLst>
          </a:custGeom>
          <a:noFill/>
          <a:ln w="762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6E345DA3-47E4-F979-7231-3DB3A3518930}"/>
              </a:ext>
            </a:extLst>
          </p:cNvPr>
          <p:cNvCxnSpPr>
            <a:cxnSpLocks/>
          </p:cNvCxnSpPr>
          <p:nvPr/>
        </p:nvCxnSpPr>
        <p:spPr>
          <a:xfrm>
            <a:off x="1567545" y="1968138"/>
            <a:ext cx="9474923" cy="0"/>
          </a:xfrm>
          <a:prstGeom prst="line">
            <a:avLst/>
          </a:prstGeom>
          <a:ln w="76200"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Ellipse 5">
            <a:extLst>
              <a:ext uri="{FF2B5EF4-FFF2-40B4-BE49-F238E27FC236}">
                <a16:creationId xmlns:a16="http://schemas.microsoft.com/office/drawing/2014/main" id="{3D7486C6-7043-B45B-4BE4-7275BA897BFF}"/>
              </a:ext>
            </a:extLst>
          </p:cNvPr>
          <p:cNvSpPr/>
          <p:nvPr/>
        </p:nvSpPr>
        <p:spPr>
          <a:xfrm>
            <a:off x="1262498" y="1645922"/>
            <a:ext cx="653142" cy="653143"/>
          </a:xfrm>
          <a:prstGeom prst="ellipse">
            <a:avLst/>
          </a:prstGeom>
          <a:solidFill>
            <a:schemeClr val="bg1"/>
          </a:solidFill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E573C1A-6CA1-0772-AE73-DC4D52F086DB}"/>
              </a:ext>
            </a:extLst>
          </p:cNvPr>
          <p:cNvSpPr/>
          <p:nvPr/>
        </p:nvSpPr>
        <p:spPr>
          <a:xfrm>
            <a:off x="4088430" y="1624151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EE3AD891-566C-51AF-BA85-EDB026A77826}"/>
              </a:ext>
            </a:extLst>
          </p:cNvPr>
          <p:cNvSpPr/>
          <p:nvPr/>
        </p:nvSpPr>
        <p:spPr>
          <a:xfrm>
            <a:off x="6818567" y="2747551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2B20A9F3-F53A-755F-FA64-F8DFCDEFDCBD}"/>
              </a:ext>
            </a:extLst>
          </p:cNvPr>
          <p:cNvCxnSpPr>
            <a:stCxn id="9" idx="1"/>
            <a:endCxn id="9" idx="5"/>
          </p:cNvCxnSpPr>
          <p:nvPr/>
        </p:nvCxnSpPr>
        <p:spPr>
          <a:xfrm>
            <a:off x="6914217" y="2843202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D6D4228-B92E-477F-99FD-C8CAE404C57C}"/>
              </a:ext>
            </a:extLst>
          </p:cNvPr>
          <p:cNvCxnSpPr>
            <a:cxnSpLocks/>
            <a:stCxn id="9" idx="7"/>
            <a:endCxn id="9" idx="3"/>
          </p:cNvCxnSpPr>
          <p:nvPr/>
        </p:nvCxnSpPr>
        <p:spPr>
          <a:xfrm flipH="1">
            <a:off x="6914217" y="2843202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Connecteur : en arc 11">
            <a:extLst>
              <a:ext uri="{FF2B5EF4-FFF2-40B4-BE49-F238E27FC236}">
                <a16:creationId xmlns:a16="http://schemas.microsoft.com/office/drawing/2014/main" id="{41C1F5A1-D5F7-6DC9-5212-E78FA956BBEC}"/>
              </a:ext>
            </a:extLst>
          </p:cNvPr>
          <p:cNvCxnSpPr>
            <a:cxnSpLocks/>
          </p:cNvCxnSpPr>
          <p:nvPr/>
        </p:nvCxnSpPr>
        <p:spPr>
          <a:xfrm flipV="1">
            <a:off x="8229600" y="1898465"/>
            <a:ext cx="1715588" cy="1149532"/>
          </a:xfrm>
          <a:prstGeom prst="curvedConnector3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9592DE47-DCFA-F2BF-DD66-E88257E12D91}"/>
              </a:ext>
            </a:extLst>
          </p:cNvPr>
          <p:cNvSpPr txBox="1"/>
          <p:nvPr/>
        </p:nvSpPr>
        <p:spPr>
          <a:xfrm>
            <a:off x="226423" y="1785257"/>
            <a:ext cx="836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master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7278D5B-8DC4-4771-CDDB-9138C3037F88}"/>
              </a:ext>
            </a:extLst>
          </p:cNvPr>
          <p:cNvSpPr txBox="1"/>
          <p:nvPr/>
        </p:nvSpPr>
        <p:spPr>
          <a:xfrm>
            <a:off x="3531326" y="2817222"/>
            <a:ext cx="98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feature1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51E915A1-79C1-7AC7-D490-2DCF90AF0D81}"/>
              </a:ext>
            </a:extLst>
          </p:cNvPr>
          <p:cNvSpPr/>
          <p:nvPr/>
        </p:nvSpPr>
        <p:spPr>
          <a:xfrm>
            <a:off x="6809859" y="1645923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A1CF1DC-9F71-5D53-CEE9-6088FB987908}"/>
              </a:ext>
            </a:extLst>
          </p:cNvPr>
          <p:cNvSpPr/>
          <p:nvPr/>
        </p:nvSpPr>
        <p:spPr>
          <a:xfrm>
            <a:off x="9409367" y="1637208"/>
            <a:ext cx="653142" cy="653143"/>
          </a:xfrm>
          <a:prstGeom prst="ellipse">
            <a:avLst/>
          </a:prstGeom>
          <a:ln w="76200"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92EF9C32-36DC-1898-FC54-64B97D046F07}"/>
              </a:ext>
            </a:extLst>
          </p:cNvPr>
          <p:cNvCxnSpPr>
            <a:stCxn id="19" idx="1"/>
            <a:endCxn id="19" idx="5"/>
          </p:cNvCxnSpPr>
          <p:nvPr/>
        </p:nvCxnSpPr>
        <p:spPr>
          <a:xfrm>
            <a:off x="9505017" y="1732859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14CB224E-D6C0-E098-AB49-73CE5F0E1C7A}"/>
              </a:ext>
            </a:extLst>
          </p:cNvPr>
          <p:cNvCxnSpPr>
            <a:cxnSpLocks/>
            <a:stCxn id="19" idx="7"/>
            <a:endCxn id="19" idx="3"/>
          </p:cNvCxnSpPr>
          <p:nvPr/>
        </p:nvCxnSpPr>
        <p:spPr>
          <a:xfrm flipH="1">
            <a:off x="9505017" y="1732859"/>
            <a:ext cx="461842" cy="461841"/>
          </a:xfrm>
          <a:prstGeom prst="line">
            <a:avLst/>
          </a:prstGeom>
          <a:ln w="76200"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52ED3C96-BAB4-5186-470A-C405873D77B3}"/>
              </a:ext>
            </a:extLst>
          </p:cNvPr>
          <p:cNvSpPr txBox="1"/>
          <p:nvPr/>
        </p:nvSpPr>
        <p:spPr>
          <a:xfrm>
            <a:off x="9257213" y="2673532"/>
            <a:ext cx="1075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git merge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AA6B04A8-20E6-D9B2-16D3-C84205DA5BDE}"/>
              </a:ext>
            </a:extLst>
          </p:cNvPr>
          <p:cNvCxnSpPr/>
          <p:nvPr/>
        </p:nvCxnSpPr>
        <p:spPr>
          <a:xfrm flipH="1" flipV="1">
            <a:off x="9335589" y="2281646"/>
            <a:ext cx="226422" cy="3831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18889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CD32C7-87C4-DAE8-FC1F-FB0B93223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Travailler avec un dépôt distant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76BDB51-4989-4EA7-8694-1E8FFB14F39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12074" y="1538242"/>
            <a:ext cx="10515600" cy="295978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(feature1)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cd ..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Retour racine (aux Documents)</a:t>
            </a:r>
            <a:endParaRPr lang="fr-F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~/Documents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git clone url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Cloner le projet distant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~/Documents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cd « 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LeProjetDistant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»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Aller dans le dossier cloné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LeProjetDistant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(master)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$ git pull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Mettre à jour le dépôt local</a:t>
            </a:r>
            <a:endParaRPr lang="fr-FR" sz="1600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D266964C-776C-B669-7F6C-5D3A62DCF581}"/>
              </a:ext>
            </a:extLst>
          </p:cNvPr>
          <p:cNvSpPr/>
          <p:nvPr/>
        </p:nvSpPr>
        <p:spPr>
          <a:xfrm>
            <a:off x="2519688" y="5216434"/>
            <a:ext cx="3014456" cy="91390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5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EAF409C-9C42-A287-8AB8-C7F3BBFFC9AA}"/>
              </a:ext>
            </a:extLst>
          </p:cNvPr>
          <p:cNvSpPr txBox="1"/>
          <p:nvPr/>
        </p:nvSpPr>
        <p:spPr>
          <a:xfrm>
            <a:off x="3380838" y="5512525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4">
                    <a:lumMod val="75000"/>
                  </a:schemeClr>
                </a:solidFill>
              </a:rPr>
              <a:t>Dépôt local</a:t>
            </a:r>
          </a:p>
        </p:txBody>
      </p:sp>
      <p:pic>
        <p:nvPicPr>
          <p:cNvPr id="9" name="Graphique 8" descr="Nuage">
            <a:extLst>
              <a:ext uri="{FF2B5EF4-FFF2-40B4-BE49-F238E27FC236}">
                <a16:creationId xmlns:a16="http://schemas.microsoft.com/office/drawing/2014/main" id="{D0A7D505-68DA-4EC0-9356-9FC1D0D96C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5060" y="4938077"/>
            <a:ext cx="1322151" cy="1296692"/>
          </a:xfrm>
          <a:prstGeom prst="rect">
            <a:avLst/>
          </a:prstGeom>
        </p:spPr>
      </p:pic>
      <p:pic>
        <p:nvPicPr>
          <p:cNvPr id="10" name="Picture 4" descr="GitHub Logo, symbol, meaning, history, PNG, brand">
            <a:extLst>
              <a:ext uri="{FF2B5EF4-FFF2-40B4-BE49-F238E27FC236}">
                <a16:creationId xmlns:a16="http://schemas.microsoft.com/office/drawing/2014/main" id="{9C4D831F-3B8C-702A-267A-318F37A55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0252" y="5852504"/>
            <a:ext cx="731035" cy="403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Flèche : bas 19">
            <a:extLst>
              <a:ext uri="{FF2B5EF4-FFF2-40B4-BE49-F238E27FC236}">
                <a16:creationId xmlns:a16="http://schemas.microsoft.com/office/drawing/2014/main" id="{52955DF1-CCFF-D24C-3AB1-8C0CE23115F9}"/>
              </a:ext>
            </a:extLst>
          </p:cNvPr>
          <p:cNvSpPr/>
          <p:nvPr/>
        </p:nvSpPr>
        <p:spPr>
          <a:xfrm rot="16200000">
            <a:off x="6716718" y="4695106"/>
            <a:ext cx="170579" cy="1673267"/>
          </a:xfrm>
          <a:prstGeom prst="downArrow">
            <a:avLst>
              <a:gd name="adj1" fmla="val 31481"/>
              <a:gd name="adj2" fmla="val 80232"/>
            </a:avLst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10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AB75AF9-1717-C37C-6131-4C4FCA4C52D7}"/>
              </a:ext>
            </a:extLst>
          </p:cNvPr>
          <p:cNvSpPr txBox="1"/>
          <p:nvPr/>
        </p:nvSpPr>
        <p:spPr>
          <a:xfrm>
            <a:off x="6576703" y="5211464"/>
            <a:ext cx="46038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push</a:t>
            </a:r>
          </a:p>
        </p:txBody>
      </p:sp>
      <p:sp>
        <p:nvSpPr>
          <p:cNvPr id="22" name="Flèche : bas 21">
            <a:extLst>
              <a:ext uri="{FF2B5EF4-FFF2-40B4-BE49-F238E27FC236}">
                <a16:creationId xmlns:a16="http://schemas.microsoft.com/office/drawing/2014/main" id="{4969B4A4-E089-EF64-1D82-9E9D0C4F16DD}"/>
              </a:ext>
            </a:extLst>
          </p:cNvPr>
          <p:cNvSpPr/>
          <p:nvPr/>
        </p:nvSpPr>
        <p:spPr>
          <a:xfrm rot="5400000">
            <a:off x="6669264" y="4688438"/>
            <a:ext cx="193946" cy="2241195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10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EA44EF2A-EE98-B5C1-B2C9-3901141D8BE2}"/>
              </a:ext>
            </a:extLst>
          </p:cNvPr>
          <p:cNvSpPr txBox="1"/>
          <p:nvPr/>
        </p:nvSpPr>
        <p:spPr>
          <a:xfrm>
            <a:off x="6520098" y="5834127"/>
            <a:ext cx="5854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pull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BADDDEF-ADBD-5FA1-D12F-6C73EB79A25E}"/>
              </a:ext>
            </a:extLst>
          </p:cNvPr>
          <p:cNvSpPr txBox="1"/>
          <p:nvPr/>
        </p:nvSpPr>
        <p:spPr>
          <a:xfrm>
            <a:off x="8094784" y="5536427"/>
            <a:ext cx="1032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accent1"/>
                </a:solidFill>
              </a:rPr>
              <a:t>Dépôt distant</a:t>
            </a:r>
          </a:p>
        </p:txBody>
      </p:sp>
    </p:spTree>
    <p:extLst>
      <p:ext uri="{BB962C8B-B14F-4D97-AF65-F5344CB8AC3E}">
        <p14:creationId xmlns:p14="http://schemas.microsoft.com/office/powerpoint/2010/main" val="30774274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2D00488-109F-00CC-F29F-5E7D47B991D2}"/>
              </a:ext>
            </a:extLst>
          </p:cNvPr>
          <p:cNvSpPr txBox="1"/>
          <p:nvPr/>
        </p:nvSpPr>
        <p:spPr>
          <a:xfrm>
            <a:off x="775063" y="2082075"/>
            <a:ext cx="10624456" cy="30469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branch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</a:rPr>
              <a:t>Liste des branches</a:t>
            </a:r>
            <a:endParaRPr lang="fr-FR" sz="1600" b="0" i="0" dirty="0">
              <a:solidFill>
                <a:srgbClr val="FFFFFF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branch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feature1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//Création d’une nouvelle branche « feature1 »</a:t>
            </a: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(master)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checkout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feature1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//Se positionner dans la branche « feature1 »</a:t>
            </a:r>
          </a:p>
          <a:p>
            <a:r>
              <a:rPr lang="fr-FR" sz="1600" b="0" i="0" dirty="0" err="1">
                <a:solidFill>
                  <a:srgbClr val="00B050"/>
                </a:solidFill>
                <a:effectLst/>
                <a:latin typeface="Courier New" panose="02070309020205020404" pitchFamily="49" charset="0"/>
              </a:rPr>
              <a:t>johndoe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~/Documents/</a:t>
            </a:r>
            <a:r>
              <a:rPr lang="fr-FR" sz="1600" b="0" i="0" dirty="0" err="1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PremierProjet</a:t>
            </a:r>
            <a:r>
              <a:rPr lang="fr-FR" sz="1600" b="0" i="0" dirty="0">
                <a:solidFill>
                  <a:srgbClr val="FFFF00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ourier New" panose="02070309020205020404" pitchFamily="49" charset="0"/>
              </a:rPr>
              <a:t>(feature1)</a:t>
            </a:r>
            <a:endParaRPr lang="fr-FR" sz="1600" b="0" i="0" dirty="0">
              <a:solidFill>
                <a:srgbClr val="FFFF00"/>
              </a:solidFill>
              <a:effectLst/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$ git </a:t>
            </a:r>
            <a:r>
              <a:rPr lang="fr-FR" sz="1600" b="0" i="0" dirty="0" err="1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branch</a:t>
            </a:r>
            <a:r>
              <a:rPr lang="fr-FR" sz="1600" b="0" i="0" dirty="0">
                <a:solidFill>
                  <a:srgbClr val="FFFFFF"/>
                </a:solidFill>
                <a:effectLst/>
                <a:latin typeface="Courier New" panose="02070309020205020404" pitchFamily="49" charset="0"/>
              </a:rPr>
              <a:t> </a:t>
            </a:r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</a:t>
            </a:r>
            <a:r>
              <a:rPr lang="fr-FR" sz="1600" dirty="0">
                <a:solidFill>
                  <a:srgbClr val="00B0F0"/>
                </a:solidFill>
                <a:latin typeface="Courier New" panose="02070309020205020404" pitchFamily="49" charset="0"/>
              </a:rPr>
              <a:t>Liste des branches</a:t>
            </a:r>
          </a:p>
          <a:p>
            <a:endParaRPr lang="fr-FR" sz="1600" dirty="0">
              <a:solidFill>
                <a:srgbClr val="00B0F0"/>
              </a:solidFill>
              <a:latin typeface="Courier New" panose="02070309020205020404" pitchFamily="49" charset="0"/>
            </a:endParaRPr>
          </a:p>
          <a:p>
            <a:r>
              <a:rPr lang="fr-FR" sz="1600" b="0" i="0" dirty="0">
                <a:solidFill>
                  <a:srgbClr val="00B0F0"/>
                </a:solidFill>
                <a:effectLst/>
                <a:latin typeface="Courier New" panose="02070309020205020404" pitchFamily="49" charset="0"/>
              </a:rPr>
              <a:t>//Faites des modifications dans votre branche et partager les au dépôt distant</a:t>
            </a:r>
            <a:endParaRPr lang="fr-FR" sz="1600" dirty="0"/>
          </a:p>
          <a:p>
            <a:endParaRPr lang="fr-FR" sz="1600" dirty="0"/>
          </a:p>
          <a:p>
            <a:endParaRPr lang="fr-FR" sz="1600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C6C82393-949F-93A8-625A-5187A1CDD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Collaborer avec un dépôt distant</a:t>
            </a:r>
          </a:p>
        </p:txBody>
      </p:sp>
    </p:spTree>
    <p:extLst>
      <p:ext uri="{BB962C8B-B14F-4D97-AF65-F5344CB8AC3E}">
        <p14:creationId xmlns:p14="http://schemas.microsoft.com/office/powerpoint/2010/main" val="34997468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1">
            <a:extLst>
              <a:ext uri="{FF2B5EF4-FFF2-40B4-BE49-F238E27FC236}">
                <a16:creationId xmlns:a16="http://schemas.microsoft.com/office/drawing/2014/main" id="{C6C82393-949F-93A8-625A-5187A1CDD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Collaborer avec un dépôt distant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0599E9DC-FE20-3834-A015-3537ED5FA4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29" y="2202385"/>
            <a:ext cx="10371909" cy="447273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FAB7B7F2-766B-9CEF-385F-F5518DAA70D0}"/>
              </a:ext>
            </a:extLst>
          </p:cNvPr>
          <p:cNvSpPr txBox="1"/>
          <p:nvPr/>
        </p:nvSpPr>
        <p:spPr>
          <a:xfrm>
            <a:off x="661851" y="1567543"/>
            <a:ext cx="24560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u="sng" dirty="0"/>
              <a:t>La pull </a:t>
            </a:r>
            <a:r>
              <a:rPr lang="fr-FR" sz="2800" b="1" u="sng" dirty="0" err="1"/>
              <a:t>request</a:t>
            </a:r>
            <a:r>
              <a:rPr lang="fr-FR" sz="2800" b="1" u="sng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6098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1">
            <a:extLst>
              <a:ext uri="{FF2B5EF4-FFF2-40B4-BE49-F238E27FC236}">
                <a16:creationId xmlns:a16="http://schemas.microsoft.com/office/drawing/2014/main" id="{C6C82393-949F-93A8-625A-5187A1CDD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Collaborer avec un dépôt distant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AB7B7F2-766B-9CEF-385F-F5518DAA70D0}"/>
              </a:ext>
            </a:extLst>
          </p:cNvPr>
          <p:cNvSpPr txBox="1"/>
          <p:nvPr/>
        </p:nvSpPr>
        <p:spPr>
          <a:xfrm>
            <a:off x="661851" y="1567543"/>
            <a:ext cx="24560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u="sng" dirty="0"/>
              <a:t>La pull </a:t>
            </a:r>
            <a:r>
              <a:rPr lang="fr-FR" sz="2800" b="1" u="sng" dirty="0" err="1"/>
              <a:t>request</a:t>
            </a:r>
            <a:r>
              <a:rPr lang="fr-FR" sz="2800" b="1" u="sng" dirty="0"/>
              <a:t> 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29F3F89-4766-D550-4FE5-3F7B4AEFF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41" y="2272486"/>
            <a:ext cx="8569234" cy="427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419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D266964C-776C-B669-7F6C-5D3A62DCF581}"/>
              </a:ext>
            </a:extLst>
          </p:cNvPr>
          <p:cNvSpPr/>
          <p:nvPr/>
        </p:nvSpPr>
        <p:spPr>
          <a:xfrm>
            <a:off x="2519688" y="5216434"/>
            <a:ext cx="3014456" cy="913902"/>
          </a:xfrm>
          <a:prstGeom prst="round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05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EAF409C-9C42-A287-8AB8-C7F3BBFFC9AA}"/>
              </a:ext>
            </a:extLst>
          </p:cNvPr>
          <p:cNvSpPr txBox="1"/>
          <p:nvPr/>
        </p:nvSpPr>
        <p:spPr>
          <a:xfrm>
            <a:off x="3380838" y="5512525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4">
                    <a:lumMod val="75000"/>
                  </a:schemeClr>
                </a:solidFill>
              </a:rPr>
              <a:t>Dépôt local</a:t>
            </a:r>
          </a:p>
        </p:txBody>
      </p:sp>
      <p:pic>
        <p:nvPicPr>
          <p:cNvPr id="9" name="Graphique 8" descr="Nuage">
            <a:extLst>
              <a:ext uri="{FF2B5EF4-FFF2-40B4-BE49-F238E27FC236}">
                <a16:creationId xmlns:a16="http://schemas.microsoft.com/office/drawing/2014/main" id="{D0A7D505-68DA-4EC0-9356-9FC1D0D96C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5060" y="4938077"/>
            <a:ext cx="1322151" cy="1296692"/>
          </a:xfrm>
          <a:prstGeom prst="rect">
            <a:avLst/>
          </a:prstGeom>
        </p:spPr>
      </p:pic>
      <p:pic>
        <p:nvPicPr>
          <p:cNvPr id="10" name="Picture 4" descr="GitHub Logo, symbol, meaning, history, PNG, brand">
            <a:extLst>
              <a:ext uri="{FF2B5EF4-FFF2-40B4-BE49-F238E27FC236}">
                <a16:creationId xmlns:a16="http://schemas.microsoft.com/office/drawing/2014/main" id="{9C4D831F-3B8C-702A-267A-318F37A55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97" b="88525" l="2765" r="97235">
                        <a14:foregroundMark x1="2765" y1="47541" x2="2765" y2="47541"/>
                        <a14:foregroundMark x1="38710" y1="39344" x2="38710" y2="39344"/>
                        <a14:foregroundMark x1="47926" y1="54918" x2="47926" y2="54918"/>
                        <a14:foregroundMark x1="48387" y1="37705" x2="48387" y2="37705"/>
                        <a14:foregroundMark x1="54839" y1="56557" x2="54839" y2="56557"/>
                        <a14:foregroundMark x1="62673" y1="48361" x2="62673" y2="48361"/>
                        <a14:foregroundMark x1="77419" y1="60656" x2="77419" y2="60656"/>
                        <a14:foregroundMark x1="90323" y1="54098" x2="90323" y2="54098"/>
                        <a14:foregroundMark x1="94470" y1="46721" x2="94470" y2="46721"/>
                        <a14:foregroundMark x1="97235" y1="55738" x2="97235" y2="557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0252" y="5852504"/>
            <a:ext cx="731035" cy="403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Flèche : bas 21">
            <a:extLst>
              <a:ext uri="{FF2B5EF4-FFF2-40B4-BE49-F238E27FC236}">
                <a16:creationId xmlns:a16="http://schemas.microsoft.com/office/drawing/2014/main" id="{4969B4A4-E089-EF64-1D82-9E9D0C4F16DD}"/>
              </a:ext>
            </a:extLst>
          </p:cNvPr>
          <p:cNvSpPr/>
          <p:nvPr/>
        </p:nvSpPr>
        <p:spPr>
          <a:xfrm rot="5400000">
            <a:off x="6669264" y="4688438"/>
            <a:ext cx="193946" cy="2241195"/>
          </a:xfrm>
          <a:prstGeom prst="downArrow">
            <a:avLst>
              <a:gd name="adj1" fmla="val 31481"/>
              <a:gd name="adj2" fmla="val 80232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100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EA44EF2A-EE98-B5C1-B2C9-3901141D8BE2}"/>
              </a:ext>
            </a:extLst>
          </p:cNvPr>
          <p:cNvSpPr txBox="1"/>
          <p:nvPr/>
        </p:nvSpPr>
        <p:spPr>
          <a:xfrm>
            <a:off x="6093378" y="5842836"/>
            <a:ext cx="14574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75000"/>
                  </a:schemeClr>
                </a:solidFill>
              </a:rPr>
              <a:t>clone &amp; pull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BADDDEF-ADBD-5FA1-D12F-6C73EB79A25E}"/>
              </a:ext>
            </a:extLst>
          </p:cNvPr>
          <p:cNvSpPr txBox="1"/>
          <p:nvPr/>
        </p:nvSpPr>
        <p:spPr>
          <a:xfrm>
            <a:off x="8094784" y="5536427"/>
            <a:ext cx="10324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accent1"/>
                </a:solidFill>
              </a:rPr>
              <a:t>Dépôt distant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EF196B1-CC9F-4037-29B8-1C877C560130}"/>
              </a:ext>
            </a:extLst>
          </p:cNvPr>
          <p:cNvSpPr txBox="1"/>
          <p:nvPr/>
        </p:nvSpPr>
        <p:spPr>
          <a:xfrm>
            <a:off x="844731" y="1467118"/>
            <a:ext cx="10798629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Sur GitHub, nous pouvons récupérer l'URL d'un dépôt distant.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git clone permet de copier en local un dépôt distant.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git </a:t>
            </a:r>
            <a:r>
              <a:rPr lang="fr-FR" b="0" i="0" dirty="0" err="1">
                <a:solidFill>
                  <a:srgbClr val="271A38"/>
                </a:solidFill>
                <a:effectLst/>
                <a:latin typeface="Inter"/>
              </a:rPr>
              <a:t>remote</a:t>
            </a: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 </a:t>
            </a:r>
            <a:r>
              <a:rPr lang="fr-FR" b="0" i="0" dirty="0" err="1">
                <a:solidFill>
                  <a:srgbClr val="271A38"/>
                </a:solidFill>
                <a:effectLst/>
                <a:latin typeface="Inter"/>
              </a:rPr>
              <a:t>add</a:t>
            </a: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 permet de lier un dépôt à un "nom court", pour une plus grande facilité d’utilisation.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git pull permet de dupliquer un dépôt GitHub en local.</a:t>
            </a:r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Une Pull </a:t>
            </a:r>
            <a:r>
              <a:rPr lang="fr-FR" b="0" i="0" dirty="0" err="1">
                <a:solidFill>
                  <a:srgbClr val="271A38"/>
                </a:solidFill>
                <a:effectLst/>
                <a:latin typeface="Inter"/>
              </a:rPr>
              <a:t>Request</a:t>
            </a:r>
            <a:r>
              <a:rPr lang="fr-FR" b="0" i="0" dirty="0">
                <a:solidFill>
                  <a:srgbClr val="271A38"/>
                </a:solidFill>
                <a:effectLst/>
                <a:latin typeface="Inter"/>
              </a:rPr>
              <a:t> permet de demander à fusionner votre code sur la branche principale.</a:t>
            </a:r>
          </a:p>
        </p:txBody>
      </p:sp>
      <p:sp>
        <p:nvSpPr>
          <p:cNvPr id="15" name="Titre 1">
            <a:extLst>
              <a:ext uri="{FF2B5EF4-FFF2-40B4-BE49-F238E27FC236}">
                <a16:creationId xmlns:a16="http://schemas.microsoft.com/office/drawing/2014/main" id="{2EF18A2A-DB9B-956D-4C8B-4FE0F4362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" y="0"/>
            <a:ext cx="10515600" cy="1325563"/>
          </a:xfrm>
        </p:spPr>
        <p:txBody>
          <a:bodyPr/>
          <a:lstStyle/>
          <a:p>
            <a:r>
              <a:rPr lang="fr-FR" dirty="0"/>
              <a:t>En résumé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639D746-B7F0-E935-A3F6-F41C64E423C1}"/>
              </a:ext>
            </a:extLst>
          </p:cNvPr>
          <p:cNvSpPr txBox="1"/>
          <p:nvPr/>
        </p:nvSpPr>
        <p:spPr>
          <a:xfrm>
            <a:off x="5688429" y="5002458"/>
            <a:ext cx="22368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 err="1">
                <a:solidFill>
                  <a:schemeClr val="accent4">
                    <a:lumMod val="75000"/>
                  </a:schemeClr>
                </a:solidFill>
              </a:rPr>
              <a:t>remote</a:t>
            </a:r>
            <a:r>
              <a:rPr lang="fr-FR" sz="20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FR" sz="2000" b="1" dirty="0" err="1">
                <a:solidFill>
                  <a:schemeClr val="accent4">
                    <a:lumMod val="75000"/>
                  </a:schemeClr>
                </a:solidFill>
              </a:rPr>
              <a:t>add</a:t>
            </a:r>
            <a:r>
              <a:rPr lang="fr-FR" sz="2000" b="1" dirty="0">
                <a:solidFill>
                  <a:schemeClr val="accent4">
                    <a:lumMod val="75000"/>
                  </a:schemeClr>
                </a:solidFill>
              </a:rPr>
              <a:t> &amp; push</a:t>
            </a:r>
          </a:p>
        </p:txBody>
      </p:sp>
      <p:sp>
        <p:nvSpPr>
          <p:cNvPr id="17" name="Flèche : bas 16">
            <a:extLst>
              <a:ext uri="{FF2B5EF4-FFF2-40B4-BE49-F238E27FC236}">
                <a16:creationId xmlns:a16="http://schemas.microsoft.com/office/drawing/2014/main" id="{5F87EF70-FBA2-B134-6BFA-3A33F8371B38}"/>
              </a:ext>
            </a:extLst>
          </p:cNvPr>
          <p:cNvSpPr/>
          <p:nvPr/>
        </p:nvSpPr>
        <p:spPr>
          <a:xfrm rot="16200000">
            <a:off x="6682328" y="4370575"/>
            <a:ext cx="193946" cy="2241195"/>
          </a:xfrm>
          <a:prstGeom prst="downArrow">
            <a:avLst>
              <a:gd name="adj1" fmla="val 31481"/>
              <a:gd name="adj2" fmla="val 80232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100"/>
          </a:p>
        </p:txBody>
      </p:sp>
    </p:spTree>
    <p:extLst>
      <p:ext uri="{BB962C8B-B14F-4D97-AF65-F5344CB8AC3E}">
        <p14:creationId xmlns:p14="http://schemas.microsoft.com/office/powerpoint/2010/main" val="427476892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2556</TotalTime>
  <Words>1309</Words>
  <Application>Microsoft Office PowerPoint</Application>
  <PresentationFormat>Grand écran</PresentationFormat>
  <Paragraphs>226</Paragraphs>
  <Slides>34</Slides>
  <Notes>0</Notes>
  <HiddenSlides>3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40" baseType="lpstr">
      <vt:lpstr>Arial</vt:lpstr>
      <vt:lpstr>Calibri</vt:lpstr>
      <vt:lpstr>Calibri Light</vt:lpstr>
      <vt:lpstr>Courier New</vt:lpstr>
      <vt:lpstr>Inter</vt:lpstr>
      <vt:lpstr>Thème Office</vt:lpstr>
      <vt:lpstr>Présentation PowerPoint</vt:lpstr>
      <vt:lpstr>Sommaire</vt:lpstr>
      <vt:lpstr>Dépôt local et gestion de versions, pourquoi faire ?</vt:lpstr>
      <vt:lpstr>Dépôt local et gestion de versions, pourquoi faire ?</vt:lpstr>
      <vt:lpstr>Dépôt local et gestion de versions, pourquoi faire ?</vt:lpstr>
      <vt:lpstr>Dépôt local et gestion de versions, pourquoi faire ?</vt:lpstr>
      <vt:lpstr>Dépôt local et gestion de versions, pourquoi faire ?</vt:lpstr>
      <vt:lpstr>Dépôt local et gestion de versions, pourquoi faire ?</vt:lpstr>
      <vt:lpstr>Pourquoi utiliser un dépôt distant ?</vt:lpstr>
      <vt:lpstr>Pourquoi utiliser un dépôt distant ?</vt:lpstr>
      <vt:lpstr>Pourquoi utiliser un dépôt distant ?</vt:lpstr>
      <vt:lpstr>Pourquoi utiliser un dépôt distant ?</vt:lpstr>
      <vt:lpstr>GIT, le contrôle de version local</vt:lpstr>
      <vt:lpstr>Comment GIT et GIT Hub fonctionnent ensemble ?</vt:lpstr>
      <vt:lpstr>Comment GIT et GIT Hub fonctionnent ensemble ?</vt:lpstr>
      <vt:lpstr>Comment GIT et GIT Hub fonctionnent ensemble ?</vt:lpstr>
      <vt:lpstr>Comment GIT et GIT Hub fonctionnent ensemble ?</vt:lpstr>
      <vt:lpstr>Présentation PowerPoint</vt:lpstr>
      <vt:lpstr>Création d’un compte</vt:lpstr>
      <vt:lpstr>Authentification sur </vt:lpstr>
      <vt:lpstr>Authentification sur </vt:lpstr>
      <vt:lpstr>Authentification sur </vt:lpstr>
      <vt:lpstr>Création d’un dépôt sur </vt:lpstr>
      <vt:lpstr>Création d’un dépôt sur </vt:lpstr>
      <vt:lpstr>Création d’un dépôt sur </vt:lpstr>
      <vt:lpstr>En résumé</vt:lpstr>
      <vt:lpstr>Le système de branches</vt:lpstr>
      <vt:lpstr>Créer une branche</vt:lpstr>
      <vt:lpstr>Fusionner des branches</vt:lpstr>
      <vt:lpstr>Travailler avec un dépôt distant</vt:lpstr>
      <vt:lpstr>Collaborer avec un dépôt distant</vt:lpstr>
      <vt:lpstr>Collaborer avec un dépôt distant</vt:lpstr>
      <vt:lpstr>Collaborer avec un dépôt distant</vt:lpstr>
      <vt:lpstr>En résumé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Benjamin Robert</dc:creator>
  <cp:lastModifiedBy>Benjamin Robert</cp:lastModifiedBy>
  <cp:revision>2</cp:revision>
  <dcterms:created xsi:type="dcterms:W3CDTF">2023-11-06T18:24:08Z</dcterms:created>
  <dcterms:modified xsi:type="dcterms:W3CDTF">2025-11-06T17:17:31Z</dcterms:modified>
</cp:coreProperties>
</file>