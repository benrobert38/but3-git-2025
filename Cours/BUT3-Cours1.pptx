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84" r:id="rId1"/>
  </p:sldMasterIdLst>
  <p:sldIdLst>
    <p:sldId id="256" r:id="rId2"/>
    <p:sldId id="257" r:id="rId3"/>
    <p:sldId id="258" r:id="rId4"/>
    <p:sldId id="312" r:id="rId5"/>
    <p:sldId id="277" r:id="rId6"/>
    <p:sldId id="278" r:id="rId7"/>
    <p:sldId id="263" r:id="rId8"/>
    <p:sldId id="259" r:id="rId9"/>
    <p:sldId id="260" r:id="rId10"/>
    <p:sldId id="261" r:id="rId11"/>
    <p:sldId id="313" r:id="rId12"/>
    <p:sldId id="266" r:id="rId13"/>
    <p:sldId id="267" r:id="rId14"/>
    <p:sldId id="268" r:id="rId15"/>
    <p:sldId id="269" r:id="rId16"/>
    <p:sldId id="322" r:id="rId17"/>
    <p:sldId id="270" r:id="rId18"/>
    <p:sldId id="272" r:id="rId19"/>
    <p:sldId id="273" r:id="rId20"/>
    <p:sldId id="275" r:id="rId21"/>
    <p:sldId id="296" r:id="rId22"/>
    <p:sldId id="299" r:id="rId23"/>
    <p:sldId id="323" r:id="rId24"/>
    <p:sldId id="302" r:id="rId25"/>
    <p:sldId id="307" r:id="rId26"/>
    <p:sldId id="324" r:id="rId27"/>
    <p:sldId id="276" r:id="rId28"/>
    <p:sldId id="298" r:id="rId29"/>
    <p:sldId id="300" r:id="rId30"/>
    <p:sldId id="301" r:id="rId31"/>
    <p:sldId id="303" r:id="rId32"/>
    <p:sldId id="309" r:id="rId33"/>
    <p:sldId id="297" r:id="rId34"/>
    <p:sldId id="314" r:id="rId35"/>
    <p:sldId id="304" r:id="rId36"/>
    <p:sldId id="305" r:id="rId37"/>
    <p:sldId id="306" r:id="rId38"/>
    <p:sldId id="310" r:id="rId39"/>
    <p:sldId id="311" r:id="rId40"/>
    <p:sldId id="308" r:id="rId41"/>
    <p:sldId id="321" r:id="rId42"/>
    <p:sldId id="286" r:id="rId43"/>
    <p:sldId id="287" r:id="rId44"/>
    <p:sldId id="288" r:id="rId45"/>
    <p:sldId id="289" r:id="rId46"/>
    <p:sldId id="290" r:id="rId47"/>
    <p:sldId id="291" r:id="rId48"/>
    <p:sldId id="292" r:id="rId49"/>
    <p:sldId id="293" r:id="rId50"/>
    <p:sldId id="294" r:id="rId51"/>
    <p:sldId id="295" r:id="rId52"/>
    <p:sldId id="315" r:id="rId53"/>
    <p:sldId id="316" r:id="rId54"/>
    <p:sldId id="317" r:id="rId55"/>
    <p:sldId id="318" r:id="rId56"/>
    <p:sldId id="319" r:id="rId57"/>
    <p:sldId id="320" r:id="rId58"/>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173" autoAdjust="0"/>
    <p:restoredTop sz="94660"/>
  </p:normalViewPr>
  <p:slideViewPr>
    <p:cSldViewPr snapToGrid="0">
      <p:cViewPr varScale="1">
        <p:scale>
          <a:sx n="101" d="100"/>
          <a:sy n="101" d="100"/>
        </p:scale>
        <p:origin x="150" y="3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njamin Robert" userId="bdf697ffd98a8826" providerId="LiveId" clId="{E651367B-8E57-43F2-B629-B9D3A634995C}"/>
    <pc:docChg chg="undo custSel addSld delSld modSld sldOrd">
      <pc:chgData name="Benjamin Robert" userId="bdf697ffd98a8826" providerId="LiveId" clId="{E651367B-8E57-43F2-B629-B9D3A634995C}" dt="2025-11-07T11:00:30.367" v="299" actId="1076"/>
      <pc:docMkLst>
        <pc:docMk/>
      </pc:docMkLst>
      <pc:sldChg chg="modSp mod">
        <pc:chgData name="Benjamin Robert" userId="bdf697ffd98a8826" providerId="LiveId" clId="{E651367B-8E57-43F2-B629-B9D3A634995C}" dt="2025-11-07T10:41:13.138" v="213" actId="20577"/>
        <pc:sldMkLst>
          <pc:docMk/>
          <pc:sldMk cId="3992679617" sldId="256"/>
        </pc:sldMkLst>
        <pc:spChg chg="mod">
          <ac:chgData name="Benjamin Robert" userId="bdf697ffd98a8826" providerId="LiveId" clId="{E651367B-8E57-43F2-B629-B9D3A634995C}" dt="2025-11-07T10:41:13.138" v="213" actId="20577"/>
          <ac:spMkLst>
            <pc:docMk/>
            <pc:sldMk cId="3992679617" sldId="256"/>
            <ac:spMk id="8" creationId="{70EC97A9-C9C2-E981-DD31-BC49159387F3}"/>
          </ac:spMkLst>
        </pc:spChg>
      </pc:sldChg>
      <pc:sldChg chg="modSp mod">
        <pc:chgData name="Benjamin Robert" userId="bdf697ffd98a8826" providerId="LiveId" clId="{E651367B-8E57-43F2-B629-B9D3A634995C}" dt="2025-11-07T10:53:46.070" v="289" actId="27636"/>
        <pc:sldMkLst>
          <pc:docMk/>
          <pc:sldMk cId="621753686" sldId="257"/>
        </pc:sldMkLst>
        <pc:spChg chg="mod">
          <ac:chgData name="Benjamin Robert" userId="bdf697ffd98a8826" providerId="LiveId" clId="{E651367B-8E57-43F2-B629-B9D3A634995C}" dt="2025-11-07T10:53:46.070" v="289" actId="27636"/>
          <ac:spMkLst>
            <pc:docMk/>
            <pc:sldMk cId="621753686" sldId="257"/>
            <ac:spMk id="3" creationId="{604DC593-53CD-E73F-C182-2902BF42BEED}"/>
          </ac:spMkLst>
        </pc:spChg>
      </pc:sldChg>
      <pc:sldChg chg="addSp delSp modSp mod">
        <pc:chgData name="Benjamin Robert" userId="bdf697ffd98a8826" providerId="LiveId" clId="{E651367B-8E57-43F2-B629-B9D3A634995C}" dt="2025-11-07T10:31:49.460" v="172" actId="122"/>
        <pc:sldMkLst>
          <pc:docMk/>
          <pc:sldMk cId="2422553543" sldId="258"/>
        </pc:sldMkLst>
        <pc:spChg chg="mod">
          <ac:chgData name="Benjamin Robert" userId="bdf697ffd98a8826" providerId="LiveId" clId="{E651367B-8E57-43F2-B629-B9D3A634995C}" dt="2025-11-07T10:31:49.460" v="172" actId="122"/>
          <ac:spMkLst>
            <pc:docMk/>
            <pc:sldMk cId="2422553543" sldId="258"/>
            <ac:spMk id="2" creationId="{612875D5-B44C-A5DC-90F7-96A4F2D90F23}"/>
          </ac:spMkLst>
        </pc:spChg>
        <pc:spChg chg="del">
          <ac:chgData name="Benjamin Robert" userId="bdf697ffd98a8826" providerId="LiveId" clId="{E651367B-8E57-43F2-B629-B9D3A634995C}" dt="2025-11-07T10:17:54.604" v="5" actId="478"/>
          <ac:spMkLst>
            <pc:docMk/>
            <pc:sldMk cId="2422553543" sldId="258"/>
            <ac:spMk id="3" creationId="{C53180F2-98DE-D787-5B08-2A94146C185A}"/>
          </ac:spMkLst>
        </pc:spChg>
        <pc:spChg chg="add del mod">
          <ac:chgData name="Benjamin Robert" userId="bdf697ffd98a8826" providerId="LiveId" clId="{E651367B-8E57-43F2-B629-B9D3A634995C}" dt="2025-11-07T10:17:58.929" v="7" actId="478"/>
          <ac:spMkLst>
            <pc:docMk/>
            <pc:sldMk cId="2422553543" sldId="258"/>
            <ac:spMk id="5" creationId="{7BBBE31B-9230-5CD3-7C34-5B0F7957BE77}"/>
          </ac:spMkLst>
        </pc:spChg>
        <pc:spChg chg="del">
          <ac:chgData name="Benjamin Robert" userId="bdf697ffd98a8826" providerId="LiveId" clId="{E651367B-8E57-43F2-B629-B9D3A634995C}" dt="2025-11-07T10:17:56.742" v="6" actId="478"/>
          <ac:spMkLst>
            <pc:docMk/>
            <pc:sldMk cId="2422553543" sldId="258"/>
            <ac:spMk id="8" creationId="{91EC7FDB-BE0C-DC20-427F-DD7F8C461D59}"/>
          </ac:spMkLst>
        </pc:spChg>
        <pc:spChg chg="del">
          <ac:chgData name="Benjamin Robert" userId="bdf697ffd98a8826" providerId="LiveId" clId="{E651367B-8E57-43F2-B629-B9D3A634995C}" dt="2025-11-07T10:17:56.742" v="6" actId="478"/>
          <ac:spMkLst>
            <pc:docMk/>
            <pc:sldMk cId="2422553543" sldId="258"/>
            <ac:spMk id="11" creationId="{5D87D617-965D-7C56-A7A6-EAA903533716}"/>
          </ac:spMkLst>
        </pc:spChg>
        <pc:cxnChg chg="del">
          <ac:chgData name="Benjamin Robert" userId="bdf697ffd98a8826" providerId="LiveId" clId="{E651367B-8E57-43F2-B629-B9D3A634995C}" dt="2025-11-07T10:17:56.742" v="6" actId="478"/>
          <ac:cxnSpMkLst>
            <pc:docMk/>
            <pc:sldMk cId="2422553543" sldId="258"/>
            <ac:cxnSpMk id="7" creationId="{F413FE76-84EC-F7B2-4D63-F3AFF6677F9D}"/>
          </ac:cxnSpMkLst>
        </pc:cxnChg>
      </pc:sldChg>
      <pc:sldChg chg="addSp delSp modSp mod">
        <pc:chgData name="Benjamin Robert" userId="bdf697ffd98a8826" providerId="LiveId" clId="{E651367B-8E57-43F2-B629-B9D3A634995C}" dt="2025-11-07T10:32:33.066" v="187"/>
        <pc:sldMkLst>
          <pc:docMk/>
          <pc:sldMk cId="1596774640" sldId="259"/>
        </pc:sldMkLst>
        <pc:spChg chg="add del mod">
          <ac:chgData name="Benjamin Robert" userId="bdf697ffd98a8826" providerId="LiveId" clId="{E651367B-8E57-43F2-B629-B9D3A634995C}" dt="2025-11-07T10:32:32.836" v="186" actId="478"/>
          <ac:spMkLst>
            <pc:docMk/>
            <pc:sldMk cId="1596774640" sldId="259"/>
            <ac:spMk id="4" creationId="{2B431C63-AEC7-9041-3041-5611607DDA02}"/>
          </ac:spMkLst>
        </pc:spChg>
        <pc:spChg chg="add mod">
          <ac:chgData name="Benjamin Robert" userId="bdf697ffd98a8826" providerId="LiveId" clId="{E651367B-8E57-43F2-B629-B9D3A634995C}" dt="2025-11-07T10:32:33.066" v="187"/>
          <ac:spMkLst>
            <pc:docMk/>
            <pc:sldMk cId="1596774640" sldId="259"/>
            <ac:spMk id="5" creationId="{B1C2CA0C-B8AA-1C55-FDB6-EBC03D680C06}"/>
          </ac:spMkLst>
        </pc:spChg>
        <pc:spChg chg="del">
          <ac:chgData name="Benjamin Robert" userId="bdf697ffd98a8826" providerId="LiveId" clId="{E651367B-8E57-43F2-B629-B9D3A634995C}" dt="2025-11-07T10:32:30.989" v="185" actId="478"/>
          <ac:spMkLst>
            <pc:docMk/>
            <pc:sldMk cId="1596774640" sldId="259"/>
            <ac:spMk id="26" creationId="{A9A1F4B9-FCD1-22FF-48AB-9CC9CAADCC3A}"/>
          </ac:spMkLst>
        </pc:spChg>
      </pc:sldChg>
      <pc:sldChg chg="addSp delSp modSp mod">
        <pc:chgData name="Benjamin Robert" userId="bdf697ffd98a8826" providerId="LiveId" clId="{E651367B-8E57-43F2-B629-B9D3A634995C}" dt="2025-11-07T10:32:42.658" v="190"/>
        <pc:sldMkLst>
          <pc:docMk/>
          <pc:sldMk cId="4087855709" sldId="260"/>
        </pc:sldMkLst>
        <pc:spChg chg="add del mod">
          <ac:chgData name="Benjamin Robert" userId="bdf697ffd98a8826" providerId="LiveId" clId="{E651367B-8E57-43F2-B629-B9D3A634995C}" dt="2025-11-07T10:32:42.286" v="189" actId="478"/>
          <ac:spMkLst>
            <pc:docMk/>
            <pc:sldMk cId="4087855709" sldId="260"/>
            <ac:spMk id="4" creationId="{E453863E-8AEF-3483-136C-722785B06266}"/>
          </ac:spMkLst>
        </pc:spChg>
        <pc:spChg chg="add mod">
          <ac:chgData name="Benjamin Robert" userId="bdf697ffd98a8826" providerId="LiveId" clId="{E651367B-8E57-43F2-B629-B9D3A634995C}" dt="2025-11-07T10:32:42.658" v="190"/>
          <ac:spMkLst>
            <pc:docMk/>
            <pc:sldMk cId="4087855709" sldId="260"/>
            <ac:spMk id="5" creationId="{58D888D6-D93C-9748-C058-498A183A813D}"/>
          </ac:spMkLst>
        </pc:spChg>
        <pc:spChg chg="del">
          <ac:chgData name="Benjamin Robert" userId="bdf697ffd98a8826" providerId="LiveId" clId="{E651367B-8E57-43F2-B629-B9D3A634995C}" dt="2025-11-07T10:32:38.918" v="188" actId="478"/>
          <ac:spMkLst>
            <pc:docMk/>
            <pc:sldMk cId="4087855709" sldId="260"/>
            <ac:spMk id="26" creationId="{F4E359E0-949A-3261-3E86-35C80325F337}"/>
          </ac:spMkLst>
        </pc:spChg>
      </pc:sldChg>
      <pc:sldChg chg="addSp delSp modSp mod">
        <pc:chgData name="Benjamin Robert" userId="bdf697ffd98a8826" providerId="LiveId" clId="{E651367B-8E57-43F2-B629-B9D3A634995C}" dt="2025-11-07T10:33:00.856" v="193" actId="122"/>
        <pc:sldMkLst>
          <pc:docMk/>
          <pc:sldMk cId="4287853506" sldId="261"/>
        </pc:sldMkLst>
        <pc:spChg chg="mod">
          <ac:chgData name="Benjamin Robert" userId="bdf697ffd98a8826" providerId="LiveId" clId="{E651367B-8E57-43F2-B629-B9D3A634995C}" dt="2025-11-07T10:33:00.856" v="193" actId="122"/>
          <ac:spMkLst>
            <pc:docMk/>
            <pc:sldMk cId="4287853506" sldId="261"/>
            <ac:spMk id="2" creationId="{21D891FD-1485-A009-12F5-CC30FCDDB232}"/>
          </ac:spMkLst>
        </pc:spChg>
        <pc:spChg chg="del">
          <ac:chgData name="Benjamin Robert" userId="bdf697ffd98a8826" providerId="LiveId" clId="{E651367B-8E57-43F2-B629-B9D3A634995C}" dt="2025-11-07T10:18:43.214" v="9" actId="478"/>
          <ac:spMkLst>
            <pc:docMk/>
            <pc:sldMk cId="4287853506" sldId="261"/>
            <ac:spMk id="3" creationId="{6885857A-C421-6955-1136-AA2B86C7B451}"/>
          </ac:spMkLst>
        </pc:spChg>
        <pc:spChg chg="add del mod">
          <ac:chgData name="Benjamin Robert" userId="bdf697ffd98a8826" providerId="LiveId" clId="{E651367B-8E57-43F2-B629-B9D3A634995C}" dt="2025-11-07T10:18:48.431" v="11" actId="478"/>
          <ac:spMkLst>
            <pc:docMk/>
            <pc:sldMk cId="4287853506" sldId="261"/>
            <ac:spMk id="5" creationId="{A9E7ED49-628F-3C66-C009-3067F676DC73}"/>
          </ac:spMkLst>
        </pc:spChg>
        <pc:spChg chg="del">
          <ac:chgData name="Benjamin Robert" userId="bdf697ffd98a8826" providerId="LiveId" clId="{E651367B-8E57-43F2-B629-B9D3A634995C}" dt="2025-11-07T10:18:45.788" v="10" actId="478"/>
          <ac:spMkLst>
            <pc:docMk/>
            <pc:sldMk cId="4287853506" sldId="261"/>
            <ac:spMk id="13" creationId="{5B350EE7-089A-13BA-8DCD-7D9617922CE8}"/>
          </ac:spMkLst>
        </pc:spChg>
        <pc:picChg chg="del">
          <ac:chgData name="Benjamin Robert" userId="bdf697ffd98a8826" providerId="LiveId" clId="{E651367B-8E57-43F2-B629-B9D3A634995C}" dt="2025-11-07T10:18:45.788" v="10" actId="478"/>
          <ac:picMkLst>
            <pc:docMk/>
            <pc:sldMk cId="4287853506" sldId="261"/>
            <ac:picMk id="6" creationId="{634E073A-A4FD-560A-AD8E-287CA4AE0D25}"/>
          </ac:picMkLst>
        </pc:picChg>
        <pc:picChg chg="del">
          <ac:chgData name="Benjamin Robert" userId="bdf697ffd98a8826" providerId="LiveId" clId="{E651367B-8E57-43F2-B629-B9D3A634995C}" dt="2025-11-07T10:18:45.788" v="10" actId="478"/>
          <ac:picMkLst>
            <pc:docMk/>
            <pc:sldMk cId="4287853506" sldId="261"/>
            <ac:picMk id="8" creationId="{442A8684-9A29-E652-0A98-641CD0B78A0D}"/>
          </ac:picMkLst>
        </pc:picChg>
        <pc:picChg chg="del">
          <ac:chgData name="Benjamin Robert" userId="bdf697ffd98a8826" providerId="LiveId" clId="{E651367B-8E57-43F2-B629-B9D3A634995C}" dt="2025-11-07T10:18:45.788" v="10" actId="478"/>
          <ac:picMkLst>
            <pc:docMk/>
            <pc:sldMk cId="4287853506" sldId="261"/>
            <ac:picMk id="10" creationId="{4AE3E002-7CF7-4735-27B1-45141B56CD62}"/>
          </ac:picMkLst>
        </pc:picChg>
        <pc:picChg chg="del">
          <ac:chgData name="Benjamin Robert" userId="bdf697ffd98a8826" providerId="LiveId" clId="{E651367B-8E57-43F2-B629-B9D3A634995C}" dt="2025-11-07T10:18:45.788" v="10" actId="478"/>
          <ac:picMkLst>
            <pc:docMk/>
            <pc:sldMk cId="4287853506" sldId="261"/>
            <ac:picMk id="12" creationId="{4D962F4F-E5E4-90EB-519E-39B0B80F7FE0}"/>
          </ac:picMkLst>
        </pc:picChg>
      </pc:sldChg>
      <pc:sldChg chg="addSp delSp modSp mod">
        <pc:chgData name="Benjamin Robert" userId="bdf697ffd98a8826" providerId="LiveId" clId="{E651367B-8E57-43F2-B629-B9D3A634995C}" dt="2025-11-07T10:32:25.876" v="184"/>
        <pc:sldMkLst>
          <pc:docMk/>
          <pc:sldMk cId="2933731509" sldId="263"/>
        </pc:sldMkLst>
        <pc:spChg chg="add del mod">
          <ac:chgData name="Benjamin Robert" userId="bdf697ffd98a8826" providerId="LiveId" clId="{E651367B-8E57-43F2-B629-B9D3A634995C}" dt="2025-11-07T10:32:25.712" v="183" actId="478"/>
          <ac:spMkLst>
            <pc:docMk/>
            <pc:sldMk cId="2933731509" sldId="263"/>
            <ac:spMk id="4" creationId="{70137E79-D032-7CE2-FF0A-29B860C87271}"/>
          </ac:spMkLst>
        </pc:spChg>
        <pc:spChg chg="add mod">
          <ac:chgData name="Benjamin Robert" userId="bdf697ffd98a8826" providerId="LiveId" clId="{E651367B-8E57-43F2-B629-B9D3A634995C}" dt="2025-11-07T10:32:25.876" v="184"/>
          <ac:spMkLst>
            <pc:docMk/>
            <pc:sldMk cId="2933731509" sldId="263"/>
            <ac:spMk id="5" creationId="{28E4FB21-E0B3-08FA-5361-A43779CE4219}"/>
          </ac:spMkLst>
        </pc:spChg>
        <pc:spChg chg="del">
          <ac:chgData name="Benjamin Robert" userId="bdf697ffd98a8826" providerId="LiveId" clId="{E651367B-8E57-43F2-B629-B9D3A634995C}" dt="2025-11-07T10:32:20.385" v="182" actId="478"/>
          <ac:spMkLst>
            <pc:docMk/>
            <pc:sldMk cId="2933731509" sldId="263"/>
            <ac:spMk id="15" creationId="{9B4DAB3B-FC19-A79C-6DE7-0533B3AE9CFF}"/>
          </ac:spMkLst>
        </pc:spChg>
      </pc:sldChg>
      <pc:sldChg chg="addSp delSp modSp mod">
        <pc:chgData name="Benjamin Robert" userId="bdf697ffd98a8826" providerId="LiveId" clId="{E651367B-8E57-43F2-B629-B9D3A634995C}" dt="2025-11-07T10:33:16.742" v="202" actId="20577"/>
        <pc:sldMkLst>
          <pc:docMk/>
          <pc:sldMk cId="2976745860" sldId="266"/>
        </pc:sldMkLst>
        <pc:spChg chg="del">
          <ac:chgData name="Benjamin Robert" userId="bdf697ffd98a8826" providerId="LiveId" clId="{E651367B-8E57-43F2-B629-B9D3A634995C}" dt="2025-11-07T10:33:10.829" v="197" actId="478"/>
          <ac:spMkLst>
            <pc:docMk/>
            <pc:sldMk cId="2976745860" sldId="266"/>
            <ac:spMk id="2" creationId="{21D891FD-1485-A009-12F5-CC30FCDDB232}"/>
          </ac:spMkLst>
        </pc:spChg>
        <pc:spChg chg="mod">
          <ac:chgData name="Benjamin Robert" userId="bdf697ffd98a8826" providerId="LiveId" clId="{E651367B-8E57-43F2-B629-B9D3A634995C}" dt="2025-11-07T10:33:16.742" v="202" actId="20577"/>
          <ac:spMkLst>
            <pc:docMk/>
            <pc:sldMk cId="2976745860" sldId="266"/>
            <ac:spMk id="3" creationId="{6885857A-C421-6955-1136-AA2B86C7B451}"/>
          </ac:spMkLst>
        </pc:spChg>
        <pc:spChg chg="add del mod">
          <ac:chgData name="Benjamin Robert" userId="bdf697ffd98a8826" providerId="LiveId" clId="{E651367B-8E57-43F2-B629-B9D3A634995C}" dt="2025-11-07T10:33:14.595" v="200" actId="478"/>
          <ac:spMkLst>
            <pc:docMk/>
            <pc:sldMk cId="2976745860" sldId="266"/>
            <ac:spMk id="9" creationId="{1D6235D4-4DB4-E497-7D24-479000CA20D5}"/>
          </ac:spMkLst>
        </pc:spChg>
        <pc:spChg chg="add mod">
          <ac:chgData name="Benjamin Robert" userId="bdf697ffd98a8826" providerId="LiveId" clId="{E651367B-8E57-43F2-B629-B9D3A634995C}" dt="2025-11-07T10:33:13.349" v="199"/>
          <ac:spMkLst>
            <pc:docMk/>
            <pc:sldMk cId="2976745860" sldId="266"/>
            <ac:spMk id="11" creationId="{BC8546F9-BCAD-2EE7-46FC-BB35447064EE}"/>
          </ac:spMkLst>
        </pc:spChg>
        <pc:spChg chg="add mod">
          <ac:chgData name="Benjamin Robert" userId="bdf697ffd98a8826" providerId="LiveId" clId="{E651367B-8E57-43F2-B629-B9D3A634995C}" dt="2025-11-07T10:33:14.819" v="201"/>
          <ac:spMkLst>
            <pc:docMk/>
            <pc:sldMk cId="2976745860" sldId="266"/>
            <ac:spMk id="14" creationId="{83E6560E-763A-4BCF-0ED4-690CFBD69D5C}"/>
          </ac:spMkLst>
        </pc:spChg>
      </pc:sldChg>
      <pc:sldChg chg="addSp delSp modSp mod">
        <pc:chgData name="Benjamin Robert" userId="bdf697ffd98a8826" providerId="LiveId" clId="{E651367B-8E57-43F2-B629-B9D3A634995C}" dt="2025-11-07T10:33:32.140" v="206"/>
        <pc:sldMkLst>
          <pc:docMk/>
          <pc:sldMk cId="4176397519" sldId="267"/>
        </pc:sldMkLst>
        <pc:spChg chg="del">
          <ac:chgData name="Benjamin Robert" userId="bdf697ffd98a8826" providerId="LiveId" clId="{E651367B-8E57-43F2-B629-B9D3A634995C}" dt="2025-11-07T10:33:30.468" v="204" actId="478"/>
          <ac:spMkLst>
            <pc:docMk/>
            <pc:sldMk cId="4176397519" sldId="267"/>
            <ac:spMk id="2" creationId="{21D891FD-1485-A009-12F5-CC30FCDDB232}"/>
          </ac:spMkLst>
        </pc:spChg>
        <pc:spChg chg="mod">
          <ac:chgData name="Benjamin Robert" userId="bdf697ffd98a8826" providerId="LiveId" clId="{E651367B-8E57-43F2-B629-B9D3A634995C}" dt="2025-11-07T10:33:27.327" v="203" actId="20577"/>
          <ac:spMkLst>
            <pc:docMk/>
            <pc:sldMk cId="4176397519" sldId="267"/>
            <ac:spMk id="3" creationId="{6885857A-C421-6955-1136-AA2B86C7B451}"/>
          </ac:spMkLst>
        </pc:spChg>
        <pc:spChg chg="add del mod">
          <ac:chgData name="Benjamin Robert" userId="bdf697ffd98a8826" providerId="LiveId" clId="{E651367B-8E57-43F2-B629-B9D3A634995C}" dt="2025-11-07T10:33:31.896" v="205" actId="478"/>
          <ac:spMkLst>
            <pc:docMk/>
            <pc:sldMk cId="4176397519" sldId="267"/>
            <ac:spMk id="7" creationId="{33ADD1B2-C6A2-2667-C035-595A0A84D7A8}"/>
          </ac:spMkLst>
        </pc:spChg>
        <pc:spChg chg="add mod">
          <ac:chgData name="Benjamin Robert" userId="bdf697ffd98a8826" providerId="LiveId" clId="{E651367B-8E57-43F2-B629-B9D3A634995C}" dt="2025-11-07T10:33:32.140" v="206"/>
          <ac:spMkLst>
            <pc:docMk/>
            <pc:sldMk cId="4176397519" sldId="267"/>
            <ac:spMk id="9" creationId="{573BAF25-3DB2-5F2C-8DA1-1B8959143DFA}"/>
          </ac:spMkLst>
        </pc:spChg>
      </pc:sldChg>
      <pc:sldChg chg="addSp delSp modSp mod">
        <pc:chgData name="Benjamin Robert" userId="bdf697ffd98a8826" providerId="LiveId" clId="{E651367B-8E57-43F2-B629-B9D3A634995C}" dt="2025-11-07T10:33:39.258" v="209"/>
        <pc:sldMkLst>
          <pc:docMk/>
          <pc:sldMk cId="3309654618" sldId="268"/>
        </pc:sldMkLst>
        <pc:spChg chg="del">
          <ac:chgData name="Benjamin Robert" userId="bdf697ffd98a8826" providerId="LiveId" clId="{E651367B-8E57-43F2-B629-B9D3A634995C}" dt="2025-11-07T10:33:36.225" v="207" actId="478"/>
          <ac:spMkLst>
            <pc:docMk/>
            <pc:sldMk cId="3309654618" sldId="268"/>
            <ac:spMk id="2" creationId="{21D891FD-1485-A009-12F5-CC30FCDDB232}"/>
          </ac:spMkLst>
        </pc:spChg>
        <pc:spChg chg="mod">
          <ac:chgData name="Benjamin Robert" userId="bdf697ffd98a8826" providerId="LiveId" clId="{E651367B-8E57-43F2-B629-B9D3A634995C}" dt="2025-11-05T11:00:11.202" v="0" actId="20577"/>
          <ac:spMkLst>
            <pc:docMk/>
            <pc:sldMk cId="3309654618" sldId="268"/>
            <ac:spMk id="3" creationId="{6885857A-C421-6955-1136-AA2B86C7B451}"/>
          </ac:spMkLst>
        </pc:spChg>
        <pc:spChg chg="add del mod">
          <ac:chgData name="Benjamin Robert" userId="bdf697ffd98a8826" providerId="LiveId" clId="{E651367B-8E57-43F2-B629-B9D3A634995C}" dt="2025-11-07T10:33:38.949" v="208" actId="478"/>
          <ac:spMkLst>
            <pc:docMk/>
            <pc:sldMk cId="3309654618" sldId="268"/>
            <ac:spMk id="11" creationId="{5C696D5B-D664-B861-125A-B5429A124462}"/>
          </ac:spMkLst>
        </pc:spChg>
        <pc:spChg chg="add mod">
          <ac:chgData name="Benjamin Robert" userId="bdf697ffd98a8826" providerId="LiveId" clId="{E651367B-8E57-43F2-B629-B9D3A634995C}" dt="2025-11-07T10:33:39.258" v="209"/>
          <ac:spMkLst>
            <pc:docMk/>
            <pc:sldMk cId="3309654618" sldId="268"/>
            <ac:spMk id="18" creationId="{E9D50C4B-A1A7-BCA2-321D-F5E226B392E6}"/>
          </ac:spMkLst>
        </pc:spChg>
      </pc:sldChg>
      <pc:sldChg chg="addSp delSp modSp mod">
        <pc:chgData name="Benjamin Robert" userId="bdf697ffd98a8826" providerId="LiveId" clId="{E651367B-8E57-43F2-B629-B9D3A634995C}" dt="2025-11-07T11:00:30.367" v="299" actId="1076"/>
        <pc:sldMkLst>
          <pc:docMk/>
          <pc:sldMk cId="1367016546" sldId="269"/>
        </pc:sldMkLst>
        <pc:spChg chg="add del mod">
          <ac:chgData name="Benjamin Robert" userId="bdf697ffd98a8826" providerId="LiveId" clId="{E651367B-8E57-43F2-B629-B9D3A634995C}" dt="2025-11-07T10:59:47.182" v="292" actId="478"/>
          <ac:spMkLst>
            <pc:docMk/>
            <pc:sldMk cId="1367016546" sldId="269"/>
            <ac:spMk id="3" creationId="{4F94895D-7A8F-CC22-CEE1-C1B465E2B6C5}"/>
          </ac:spMkLst>
        </pc:spChg>
        <pc:spChg chg="mod">
          <ac:chgData name="Benjamin Robert" userId="bdf697ffd98a8826" providerId="LiveId" clId="{E651367B-8E57-43F2-B629-B9D3A634995C}" dt="2025-11-07T10:48:53.265" v="264" actId="21"/>
          <ac:spMkLst>
            <pc:docMk/>
            <pc:sldMk cId="1367016546" sldId="269"/>
            <ac:spMk id="6" creationId="{D4AECEE8-FF39-EADD-189F-70B09FD34C1C}"/>
          </ac:spMkLst>
        </pc:spChg>
        <pc:picChg chg="add mod">
          <ac:chgData name="Benjamin Robert" userId="bdf697ffd98a8826" providerId="LiveId" clId="{E651367B-8E57-43F2-B629-B9D3A634995C}" dt="2025-11-07T11:00:30.367" v="299" actId="1076"/>
          <ac:picMkLst>
            <pc:docMk/>
            <pc:sldMk cId="1367016546" sldId="269"/>
            <ac:picMk id="7" creationId="{9DD3D291-2A5A-80A0-86F8-4259FE34C8B8}"/>
          </ac:picMkLst>
        </pc:picChg>
      </pc:sldChg>
      <pc:sldChg chg="addSp delSp modSp mod">
        <pc:chgData name="Benjamin Robert" userId="bdf697ffd98a8826" providerId="LiveId" clId="{E651367B-8E57-43F2-B629-B9D3A634995C}" dt="2025-11-07T10:27:41.686" v="127" actId="478"/>
        <pc:sldMkLst>
          <pc:docMk/>
          <pc:sldMk cId="4085299714" sldId="270"/>
        </pc:sldMkLst>
        <pc:spChg chg="del">
          <ac:chgData name="Benjamin Robert" userId="bdf697ffd98a8826" providerId="LiveId" clId="{E651367B-8E57-43F2-B629-B9D3A634995C}" dt="2025-11-07T10:27:38.879" v="125" actId="478"/>
          <ac:spMkLst>
            <pc:docMk/>
            <pc:sldMk cId="4085299714" sldId="270"/>
            <ac:spMk id="2" creationId="{7CF0D219-B2DD-59F5-660F-104CD4EB30F2}"/>
          </ac:spMkLst>
        </pc:spChg>
        <pc:spChg chg="add del mod">
          <ac:chgData name="Benjamin Robert" userId="bdf697ffd98a8826" providerId="LiveId" clId="{E651367B-8E57-43F2-B629-B9D3A634995C}" dt="2025-11-07T10:27:41.686" v="127" actId="478"/>
          <ac:spMkLst>
            <pc:docMk/>
            <pc:sldMk cId="4085299714" sldId="270"/>
            <ac:spMk id="6" creationId="{22BDA1D6-10F6-8EA6-F01A-3E28E7056B21}"/>
          </ac:spMkLst>
        </pc:spChg>
        <pc:spChg chg="add mod">
          <ac:chgData name="Benjamin Robert" userId="bdf697ffd98a8826" providerId="LiveId" clId="{E651367B-8E57-43F2-B629-B9D3A634995C}" dt="2025-11-07T10:27:39.353" v="126"/>
          <ac:spMkLst>
            <pc:docMk/>
            <pc:sldMk cId="4085299714" sldId="270"/>
            <ac:spMk id="7" creationId="{1084A484-7C7F-F2CA-B9FF-A045212876E8}"/>
          </ac:spMkLst>
        </pc:spChg>
      </pc:sldChg>
      <pc:sldChg chg="modSp mod">
        <pc:chgData name="Benjamin Robert" userId="bdf697ffd98a8826" providerId="LiveId" clId="{E651367B-8E57-43F2-B629-B9D3A634995C}" dt="2025-11-07T10:27:26.530" v="121" actId="122"/>
        <pc:sldMkLst>
          <pc:docMk/>
          <pc:sldMk cId="682175586" sldId="272"/>
        </pc:sldMkLst>
        <pc:spChg chg="mod">
          <ac:chgData name="Benjamin Robert" userId="bdf697ffd98a8826" providerId="LiveId" clId="{E651367B-8E57-43F2-B629-B9D3A634995C}" dt="2025-11-07T10:27:26.530" v="121" actId="122"/>
          <ac:spMkLst>
            <pc:docMk/>
            <pc:sldMk cId="682175586" sldId="272"/>
            <ac:spMk id="2" creationId="{7CF0D219-B2DD-59F5-660F-104CD4EB30F2}"/>
          </ac:spMkLst>
        </pc:spChg>
      </pc:sldChg>
      <pc:sldChg chg="addSp delSp modSp mod">
        <pc:chgData name="Benjamin Robert" userId="bdf697ffd98a8826" providerId="LiveId" clId="{E651367B-8E57-43F2-B629-B9D3A634995C}" dt="2025-11-07T10:27:52.377" v="130"/>
        <pc:sldMkLst>
          <pc:docMk/>
          <pc:sldMk cId="1851036196" sldId="273"/>
        </pc:sldMkLst>
        <pc:spChg chg="del">
          <ac:chgData name="Benjamin Robert" userId="bdf697ffd98a8826" providerId="LiveId" clId="{E651367B-8E57-43F2-B629-B9D3A634995C}" dt="2025-11-07T10:27:49.056" v="128" actId="478"/>
          <ac:spMkLst>
            <pc:docMk/>
            <pc:sldMk cId="1851036196" sldId="273"/>
            <ac:spMk id="2" creationId="{7CF0D219-B2DD-59F5-660F-104CD4EB30F2}"/>
          </ac:spMkLst>
        </pc:spChg>
        <pc:spChg chg="add del mod">
          <ac:chgData name="Benjamin Robert" userId="bdf697ffd98a8826" providerId="LiveId" clId="{E651367B-8E57-43F2-B629-B9D3A634995C}" dt="2025-11-07T10:27:52.148" v="129" actId="478"/>
          <ac:spMkLst>
            <pc:docMk/>
            <pc:sldMk cId="1851036196" sldId="273"/>
            <ac:spMk id="15" creationId="{AFE9F921-51D8-C7EC-11A1-F3C2E5D7EB8D}"/>
          </ac:spMkLst>
        </pc:spChg>
        <pc:spChg chg="add mod">
          <ac:chgData name="Benjamin Robert" userId="bdf697ffd98a8826" providerId="LiveId" clId="{E651367B-8E57-43F2-B629-B9D3A634995C}" dt="2025-11-07T10:27:52.377" v="130"/>
          <ac:spMkLst>
            <pc:docMk/>
            <pc:sldMk cId="1851036196" sldId="273"/>
            <ac:spMk id="18" creationId="{9A68B56B-C632-9221-C3C4-B9E4A5077E6F}"/>
          </ac:spMkLst>
        </pc:spChg>
      </pc:sldChg>
      <pc:sldChg chg="addSp delSp modSp mod">
        <pc:chgData name="Benjamin Robert" userId="bdf697ffd98a8826" providerId="LiveId" clId="{E651367B-8E57-43F2-B629-B9D3A634995C}" dt="2025-11-07T10:27:59.685" v="133"/>
        <pc:sldMkLst>
          <pc:docMk/>
          <pc:sldMk cId="2430480307" sldId="275"/>
        </pc:sldMkLst>
        <pc:spChg chg="del">
          <ac:chgData name="Benjamin Robert" userId="bdf697ffd98a8826" providerId="LiveId" clId="{E651367B-8E57-43F2-B629-B9D3A634995C}" dt="2025-11-07T10:27:56.905" v="131" actId="478"/>
          <ac:spMkLst>
            <pc:docMk/>
            <pc:sldMk cId="2430480307" sldId="275"/>
            <ac:spMk id="2" creationId="{7CF0D219-B2DD-59F5-660F-104CD4EB30F2}"/>
          </ac:spMkLst>
        </pc:spChg>
        <pc:spChg chg="add del mod">
          <ac:chgData name="Benjamin Robert" userId="bdf697ffd98a8826" providerId="LiveId" clId="{E651367B-8E57-43F2-B629-B9D3A634995C}" dt="2025-11-07T10:27:59.285" v="132" actId="478"/>
          <ac:spMkLst>
            <pc:docMk/>
            <pc:sldMk cId="2430480307" sldId="275"/>
            <ac:spMk id="14" creationId="{A3533567-25C8-FD26-4F8D-E648FFE7050C}"/>
          </ac:spMkLst>
        </pc:spChg>
        <pc:spChg chg="add mod">
          <ac:chgData name="Benjamin Robert" userId="bdf697ffd98a8826" providerId="LiveId" clId="{E651367B-8E57-43F2-B629-B9D3A634995C}" dt="2025-11-07T10:27:59.685" v="133"/>
          <ac:spMkLst>
            <pc:docMk/>
            <pc:sldMk cId="2430480307" sldId="275"/>
            <ac:spMk id="15" creationId="{8B02BD3A-DE72-3624-19F2-700801CBC788}"/>
          </ac:spMkLst>
        </pc:spChg>
      </pc:sldChg>
      <pc:sldChg chg="addSp delSp modSp mod">
        <pc:chgData name="Benjamin Robert" userId="bdf697ffd98a8826" providerId="LiveId" clId="{E651367B-8E57-43F2-B629-B9D3A634995C}" dt="2025-11-07T10:35:02.472" v="211"/>
        <pc:sldMkLst>
          <pc:docMk/>
          <pc:sldMk cId="2614231075" sldId="276"/>
        </pc:sldMkLst>
        <pc:spChg chg="mod">
          <ac:chgData name="Benjamin Robert" userId="bdf697ffd98a8826" providerId="LiveId" clId="{E651367B-8E57-43F2-B629-B9D3A634995C}" dt="2025-11-07T10:31:04.144" v="169" actId="1035"/>
          <ac:spMkLst>
            <pc:docMk/>
            <pc:sldMk cId="2614231075" sldId="276"/>
            <ac:spMk id="3" creationId="{43738024-424D-D866-7693-2A9727A996F2}"/>
          </ac:spMkLst>
        </pc:spChg>
        <pc:spChg chg="mod">
          <ac:chgData name="Benjamin Robert" userId="bdf697ffd98a8826" providerId="LiveId" clId="{E651367B-8E57-43F2-B629-B9D3A634995C}" dt="2025-11-07T10:31:04.144" v="169" actId="1035"/>
          <ac:spMkLst>
            <pc:docMk/>
            <pc:sldMk cId="2614231075" sldId="276"/>
            <ac:spMk id="4" creationId="{AF334D85-B582-24A1-A361-04AB87600F38}"/>
          </ac:spMkLst>
        </pc:spChg>
        <pc:spChg chg="mod">
          <ac:chgData name="Benjamin Robert" userId="bdf697ffd98a8826" providerId="LiveId" clId="{E651367B-8E57-43F2-B629-B9D3A634995C}" dt="2025-11-07T10:31:04.144" v="169" actId="1035"/>
          <ac:spMkLst>
            <pc:docMk/>
            <pc:sldMk cId="2614231075" sldId="276"/>
            <ac:spMk id="6" creationId="{D3DECD20-451B-E747-22D6-48E945FF5C08}"/>
          </ac:spMkLst>
        </pc:spChg>
        <pc:spChg chg="mod">
          <ac:chgData name="Benjamin Robert" userId="bdf697ffd98a8826" providerId="LiveId" clId="{E651367B-8E57-43F2-B629-B9D3A634995C}" dt="2025-11-07T10:31:04.144" v="169" actId="1035"/>
          <ac:spMkLst>
            <pc:docMk/>
            <pc:sldMk cId="2614231075" sldId="276"/>
            <ac:spMk id="7" creationId="{071A91B2-71AC-D531-934A-6C8C498F67BB}"/>
          </ac:spMkLst>
        </pc:spChg>
        <pc:spChg chg="mod">
          <ac:chgData name="Benjamin Robert" userId="bdf697ffd98a8826" providerId="LiveId" clId="{E651367B-8E57-43F2-B629-B9D3A634995C}" dt="2025-11-07T10:31:04.144" v="169" actId="1035"/>
          <ac:spMkLst>
            <pc:docMk/>
            <pc:sldMk cId="2614231075" sldId="276"/>
            <ac:spMk id="8" creationId="{05AF71DE-3E51-2A27-26F2-D543079C884F}"/>
          </ac:spMkLst>
        </pc:spChg>
        <pc:spChg chg="mod">
          <ac:chgData name="Benjamin Robert" userId="bdf697ffd98a8826" providerId="LiveId" clId="{E651367B-8E57-43F2-B629-B9D3A634995C}" dt="2025-11-07T10:31:04.144" v="169" actId="1035"/>
          <ac:spMkLst>
            <pc:docMk/>
            <pc:sldMk cId="2614231075" sldId="276"/>
            <ac:spMk id="11" creationId="{7B8BB0CB-8C1C-D5AA-6A95-96C5C17B07C2}"/>
          </ac:spMkLst>
        </pc:spChg>
        <pc:spChg chg="mod">
          <ac:chgData name="Benjamin Robert" userId="bdf697ffd98a8826" providerId="LiveId" clId="{E651367B-8E57-43F2-B629-B9D3A634995C}" dt="2025-11-07T10:31:04.144" v="169" actId="1035"/>
          <ac:spMkLst>
            <pc:docMk/>
            <pc:sldMk cId="2614231075" sldId="276"/>
            <ac:spMk id="12" creationId="{1C077680-93C3-6F8F-CF13-5B7C56CC72B8}"/>
          </ac:spMkLst>
        </pc:spChg>
        <pc:spChg chg="mod">
          <ac:chgData name="Benjamin Robert" userId="bdf697ffd98a8826" providerId="LiveId" clId="{E651367B-8E57-43F2-B629-B9D3A634995C}" dt="2025-11-07T10:35:02.472" v="211"/>
          <ac:spMkLst>
            <pc:docMk/>
            <pc:sldMk cId="2614231075" sldId="276"/>
            <ac:spMk id="13" creationId="{A3718B30-FE22-92FA-C109-EA09237DC531}"/>
          </ac:spMkLst>
        </pc:spChg>
        <pc:spChg chg="mod">
          <ac:chgData name="Benjamin Robert" userId="bdf697ffd98a8826" providerId="LiveId" clId="{E651367B-8E57-43F2-B629-B9D3A634995C}" dt="2025-11-07T10:35:02.472" v="211"/>
          <ac:spMkLst>
            <pc:docMk/>
            <pc:sldMk cId="2614231075" sldId="276"/>
            <ac:spMk id="14" creationId="{9BA93957-DB69-81B6-6A4E-D3A6A0A4A866}"/>
          </ac:spMkLst>
        </pc:spChg>
        <pc:spChg chg="mod">
          <ac:chgData name="Benjamin Robert" userId="bdf697ffd98a8826" providerId="LiveId" clId="{E651367B-8E57-43F2-B629-B9D3A634995C}" dt="2025-11-07T10:35:02.472" v="211"/>
          <ac:spMkLst>
            <pc:docMk/>
            <pc:sldMk cId="2614231075" sldId="276"/>
            <ac:spMk id="15" creationId="{6095E8FA-1EA6-876B-F594-0119B3302537}"/>
          </ac:spMkLst>
        </pc:spChg>
        <pc:spChg chg="mod">
          <ac:chgData name="Benjamin Robert" userId="bdf697ffd98a8826" providerId="LiveId" clId="{E651367B-8E57-43F2-B629-B9D3A634995C}" dt="2025-11-07T10:31:04.144" v="169" actId="1035"/>
          <ac:spMkLst>
            <pc:docMk/>
            <pc:sldMk cId="2614231075" sldId="276"/>
            <ac:spMk id="16" creationId="{1B272393-169C-803F-3769-058BFC3CA7D1}"/>
          </ac:spMkLst>
        </pc:spChg>
        <pc:spChg chg="mod">
          <ac:chgData name="Benjamin Robert" userId="bdf697ffd98a8826" providerId="LiveId" clId="{E651367B-8E57-43F2-B629-B9D3A634995C}" dt="2025-11-07T10:31:04.144" v="169" actId="1035"/>
          <ac:spMkLst>
            <pc:docMk/>
            <pc:sldMk cId="2614231075" sldId="276"/>
            <ac:spMk id="19" creationId="{28AEF5A1-791E-64A9-3C7B-5F474844E604}"/>
          </ac:spMkLst>
        </pc:spChg>
        <pc:spChg chg="mod">
          <ac:chgData name="Benjamin Robert" userId="bdf697ffd98a8826" providerId="LiveId" clId="{E651367B-8E57-43F2-B629-B9D3A634995C}" dt="2025-11-07T10:31:04.144" v="169" actId="1035"/>
          <ac:spMkLst>
            <pc:docMk/>
            <pc:sldMk cId="2614231075" sldId="276"/>
            <ac:spMk id="21" creationId="{6B774934-77CB-B3EB-9232-946443BE7DCD}"/>
          </ac:spMkLst>
        </pc:spChg>
        <pc:spChg chg="mod">
          <ac:chgData name="Benjamin Robert" userId="bdf697ffd98a8826" providerId="LiveId" clId="{E651367B-8E57-43F2-B629-B9D3A634995C}" dt="2025-11-07T10:30:52.362" v="145" actId="20577"/>
          <ac:spMkLst>
            <pc:docMk/>
            <pc:sldMk cId="2614231075" sldId="276"/>
            <ac:spMk id="23" creationId="{C2150B97-9D28-5984-16CF-3F37F7C9AB3C}"/>
          </ac:spMkLst>
        </pc:spChg>
        <pc:spChg chg="mod">
          <ac:chgData name="Benjamin Robert" userId="bdf697ffd98a8826" providerId="LiveId" clId="{E651367B-8E57-43F2-B629-B9D3A634995C}" dt="2025-11-07T10:35:02.472" v="211"/>
          <ac:spMkLst>
            <pc:docMk/>
            <pc:sldMk cId="2614231075" sldId="276"/>
            <ac:spMk id="24" creationId="{9F2D5AE8-6385-C80F-69BD-4D3A481DDB80}"/>
          </ac:spMkLst>
        </pc:spChg>
        <pc:spChg chg="mod">
          <ac:chgData name="Benjamin Robert" userId="bdf697ffd98a8826" providerId="LiveId" clId="{E651367B-8E57-43F2-B629-B9D3A634995C}" dt="2025-11-07T10:35:02.472" v="211"/>
          <ac:spMkLst>
            <pc:docMk/>
            <pc:sldMk cId="2614231075" sldId="276"/>
            <ac:spMk id="28" creationId="{6D822288-45C2-89FA-C07B-14A42AB54E4C}"/>
          </ac:spMkLst>
        </pc:spChg>
        <pc:spChg chg="mod">
          <ac:chgData name="Benjamin Robert" userId="bdf697ffd98a8826" providerId="LiveId" clId="{E651367B-8E57-43F2-B629-B9D3A634995C}" dt="2025-11-07T10:35:02.472" v="211"/>
          <ac:spMkLst>
            <pc:docMk/>
            <pc:sldMk cId="2614231075" sldId="276"/>
            <ac:spMk id="29" creationId="{CC93830B-96BC-259A-85ED-23E58B834386}"/>
          </ac:spMkLst>
        </pc:spChg>
        <pc:spChg chg="mod">
          <ac:chgData name="Benjamin Robert" userId="bdf697ffd98a8826" providerId="LiveId" clId="{E651367B-8E57-43F2-B629-B9D3A634995C}" dt="2025-11-07T10:35:02.472" v="211"/>
          <ac:spMkLst>
            <pc:docMk/>
            <pc:sldMk cId="2614231075" sldId="276"/>
            <ac:spMk id="31" creationId="{2D112233-DE17-07D9-256E-D6941E84D6EA}"/>
          </ac:spMkLst>
        </pc:spChg>
        <pc:spChg chg="mod">
          <ac:chgData name="Benjamin Robert" userId="bdf697ffd98a8826" providerId="LiveId" clId="{E651367B-8E57-43F2-B629-B9D3A634995C}" dt="2025-11-07T10:35:02.472" v="211"/>
          <ac:spMkLst>
            <pc:docMk/>
            <pc:sldMk cId="2614231075" sldId="276"/>
            <ac:spMk id="32" creationId="{CAC075BD-5CC4-601B-B03F-5A9E9FA95268}"/>
          </ac:spMkLst>
        </pc:spChg>
        <pc:spChg chg="mod">
          <ac:chgData name="Benjamin Robert" userId="bdf697ffd98a8826" providerId="LiveId" clId="{E651367B-8E57-43F2-B629-B9D3A634995C}" dt="2025-11-07T10:35:02.472" v="211"/>
          <ac:spMkLst>
            <pc:docMk/>
            <pc:sldMk cId="2614231075" sldId="276"/>
            <ac:spMk id="35" creationId="{6ECB67E6-1CD2-2A4E-7B82-C8E691813D2A}"/>
          </ac:spMkLst>
        </pc:spChg>
        <pc:spChg chg="mod">
          <ac:chgData name="Benjamin Robert" userId="bdf697ffd98a8826" providerId="LiveId" clId="{E651367B-8E57-43F2-B629-B9D3A634995C}" dt="2025-11-07T10:35:02.472" v="211"/>
          <ac:spMkLst>
            <pc:docMk/>
            <pc:sldMk cId="2614231075" sldId="276"/>
            <ac:spMk id="36" creationId="{19FE3153-340F-E40E-F328-9BF43D7A1C4F}"/>
          </ac:spMkLst>
        </pc:spChg>
        <pc:grpChg chg="del">
          <ac:chgData name="Benjamin Robert" userId="bdf697ffd98a8826" providerId="LiveId" clId="{E651367B-8E57-43F2-B629-B9D3A634995C}" dt="2025-11-07T10:35:02.083" v="210" actId="478"/>
          <ac:grpSpMkLst>
            <pc:docMk/>
            <pc:sldMk cId="2614231075" sldId="276"/>
            <ac:grpSpMk id="22" creationId="{12F3C582-767A-340F-2ACB-ED42FAB0B55B}"/>
          </ac:grpSpMkLst>
        </pc:grpChg>
      </pc:sldChg>
      <pc:sldChg chg="addSp delSp modSp mod">
        <pc:chgData name="Benjamin Robert" userId="bdf697ffd98a8826" providerId="LiveId" clId="{E651367B-8E57-43F2-B629-B9D3A634995C}" dt="2025-11-07T10:32:11.958" v="178"/>
        <pc:sldMkLst>
          <pc:docMk/>
          <pc:sldMk cId="4134639321" sldId="277"/>
        </pc:sldMkLst>
        <pc:spChg chg="del">
          <ac:chgData name="Benjamin Robert" userId="bdf697ffd98a8826" providerId="LiveId" clId="{E651367B-8E57-43F2-B629-B9D3A634995C}" dt="2025-11-07T10:32:09.987" v="176" actId="478"/>
          <ac:spMkLst>
            <pc:docMk/>
            <pc:sldMk cId="4134639321" sldId="277"/>
            <ac:spMk id="2" creationId="{612875D5-B44C-A5DC-90F7-96A4F2D90F23}"/>
          </ac:spMkLst>
        </pc:spChg>
        <pc:spChg chg="add del mod">
          <ac:chgData name="Benjamin Robert" userId="bdf697ffd98a8826" providerId="LiveId" clId="{E651367B-8E57-43F2-B629-B9D3A634995C}" dt="2025-11-07T10:32:11.731" v="177" actId="478"/>
          <ac:spMkLst>
            <pc:docMk/>
            <pc:sldMk cId="4134639321" sldId="277"/>
            <ac:spMk id="5" creationId="{EA84FCDA-D484-90B6-2FD0-86ECEFBDA932}"/>
          </ac:spMkLst>
        </pc:spChg>
        <pc:spChg chg="add mod">
          <ac:chgData name="Benjamin Robert" userId="bdf697ffd98a8826" providerId="LiveId" clId="{E651367B-8E57-43F2-B629-B9D3A634995C}" dt="2025-11-07T10:32:11.958" v="178"/>
          <ac:spMkLst>
            <pc:docMk/>
            <pc:sldMk cId="4134639321" sldId="277"/>
            <ac:spMk id="6" creationId="{B02B2ACF-B1F0-ECED-7821-290A414F77DA}"/>
          </ac:spMkLst>
        </pc:spChg>
      </pc:sldChg>
      <pc:sldChg chg="addSp delSp modSp mod">
        <pc:chgData name="Benjamin Robert" userId="bdf697ffd98a8826" providerId="LiveId" clId="{E651367B-8E57-43F2-B629-B9D3A634995C}" dt="2025-11-07T10:32:17.014" v="181"/>
        <pc:sldMkLst>
          <pc:docMk/>
          <pc:sldMk cId="1637523650" sldId="278"/>
        </pc:sldMkLst>
        <pc:spChg chg="del">
          <ac:chgData name="Benjamin Robert" userId="bdf697ffd98a8826" providerId="LiveId" clId="{E651367B-8E57-43F2-B629-B9D3A634995C}" dt="2025-11-07T10:32:15.352" v="179" actId="478"/>
          <ac:spMkLst>
            <pc:docMk/>
            <pc:sldMk cId="1637523650" sldId="278"/>
            <ac:spMk id="2" creationId="{612875D5-B44C-A5DC-90F7-96A4F2D90F23}"/>
          </ac:spMkLst>
        </pc:spChg>
        <pc:spChg chg="add del mod">
          <ac:chgData name="Benjamin Robert" userId="bdf697ffd98a8826" providerId="LiveId" clId="{E651367B-8E57-43F2-B629-B9D3A634995C}" dt="2025-11-07T10:32:16.814" v="180" actId="478"/>
          <ac:spMkLst>
            <pc:docMk/>
            <pc:sldMk cId="1637523650" sldId="278"/>
            <ac:spMk id="5" creationId="{ACA35AA3-8CC7-3FF8-DAE1-FB42DA569807}"/>
          </ac:spMkLst>
        </pc:spChg>
        <pc:spChg chg="add mod">
          <ac:chgData name="Benjamin Robert" userId="bdf697ffd98a8826" providerId="LiveId" clId="{E651367B-8E57-43F2-B629-B9D3A634995C}" dt="2025-11-07T10:32:17.014" v="181"/>
          <ac:spMkLst>
            <pc:docMk/>
            <pc:sldMk cId="1637523650" sldId="278"/>
            <ac:spMk id="6" creationId="{B12CBA71-5602-F672-BC32-E114649F7472}"/>
          </ac:spMkLst>
        </pc:spChg>
      </pc:sldChg>
      <pc:sldChg chg="add">
        <pc:chgData name="Benjamin Robert" userId="bdf697ffd98a8826" providerId="LiveId" clId="{E651367B-8E57-43F2-B629-B9D3A634995C}" dt="2025-11-07T10:24:59.471" v="107"/>
        <pc:sldMkLst>
          <pc:docMk/>
          <pc:sldMk cId="44179626" sldId="286"/>
        </pc:sldMkLst>
      </pc:sldChg>
      <pc:sldChg chg="add">
        <pc:chgData name="Benjamin Robert" userId="bdf697ffd98a8826" providerId="LiveId" clId="{E651367B-8E57-43F2-B629-B9D3A634995C}" dt="2025-11-07T10:24:59.471" v="107"/>
        <pc:sldMkLst>
          <pc:docMk/>
          <pc:sldMk cId="3554028605" sldId="287"/>
        </pc:sldMkLst>
      </pc:sldChg>
      <pc:sldChg chg="add">
        <pc:chgData name="Benjamin Robert" userId="bdf697ffd98a8826" providerId="LiveId" clId="{E651367B-8E57-43F2-B629-B9D3A634995C}" dt="2025-11-07T10:24:59.471" v="107"/>
        <pc:sldMkLst>
          <pc:docMk/>
          <pc:sldMk cId="1567615400" sldId="288"/>
        </pc:sldMkLst>
      </pc:sldChg>
      <pc:sldChg chg="add">
        <pc:chgData name="Benjamin Robert" userId="bdf697ffd98a8826" providerId="LiveId" clId="{E651367B-8E57-43F2-B629-B9D3A634995C}" dt="2025-11-07T10:24:59.471" v="107"/>
        <pc:sldMkLst>
          <pc:docMk/>
          <pc:sldMk cId="1310656602" sldId="289"/>
        </pc:sldMkLst>
      </pc:sldChg>
      <pc:sldChg chg="add">
        <pc:chgData name="Benjamin Robert" userId="bdf697ffd98a8826" providerId="LiveId" clId="{E651367B-8E57-43F2-B629-B9D3A634995C}" dt="2025-11-07T10:24:59.471" v="107"/>
        <pc:sldMkLst>
          <pc:docMk/>
          <pc:sldMk cId="3429787734" sldId="290"/>
        </pc:sldMkLst>
      </pc:sldChg>
      <pc:sldChg chg="add">
        <pc:chgData name="Benjamin Robert" userId="bdf697ffd98a8826" providerId="LiveId" clId="{E651367B-8E57-43F2-B629-B9D3A634995C}" dt="2025-11-07T10:24:59.471" v="107"/>
        <pc:sldMkLst>
          <pc:docMk/>
          <pc:sldMk cId="1059915770" sldId="291"/>
        </pc:sldMkLst>
      </pc:sldChg>
      <pc:sldChg chg="add">
        <pc:chgData name="Benjamin Robert" userId="bdf697ffd98a8826" providerId="LiveId" clId="{E651367B-8E57-43F2-B629-B9D3A634995C}" dt="2025-11-07T10:24:59.471" v="107"/>
        <pc:sldMkLst>
          <pc:docMk/>
          <pc:sldMk cId="217961152" sldId="292"/>
        </pc:sldMkLst>
      </pc:sldChg>
      <pc:sldChg chg="add">
        <pc:chgData name="Benjamin Robert" userId="bdf697ffd98a8826" providerId="LiveId" clId="{E651367B-8E57-43F2-B629-B9D3A634995C}" dt="2025-11-07T10:24:59.471" v="107"/>
        <pc:sldMkLst>
          <pc:docMk/>
          <pc:sldMk cId="312977419" sldId="293"/>
        </pc:sldMkLst>
      </pc:sldChg>
      <pc:sldChg chg="add">
        <pc:chgData name="Benjamin Robert" userId="bdf697ffd98a8826" providerId="LiveId" clId="{E651367B-8E57-43F2-B629-B9D3A634995C}" dt="2025-11-07T10:24:59.471" v="107"/>
        <pc:sldMkLst>
          <pc:docMk/>
          <pc:sldMk cId="959204435" sldId="294"/>
        </pc:sldMkLst>
      </pc:sldChg>
      <pc:sldChg chg="add">
        <pc:chgData name="Benjamin Robert" userId="bdf697ffd98a8826" providerId="LiveId" clId="{E651367B-8E57-43F2-B629-B9D3A634995C}" dt="2025-11-07T10:24:59.471" v="107"/>
        <pc:sldMkLst>
          <pc:docMk/>
          <pc:sldMk cId="2733626490" sldId="295"/>
        </pc:sldMkLst>
      </pc:sldChg>
      <pc:sldChg chg="ord">
        <pc:chgData name="Benjamin Robert" userId="bdf697ffd98a8826" providerId="LiveId" clId="{E651367B-8E57-43F2-B629-B9D3A634995C}" dt="2025-11-07T10:28:52.502" v="135"/>
        <pc:sldMkLst>
          <pc:docMk/>
          <pc:sldMk cId="1694162040" sldId="296"/>
        </pc:sldMkLst>
      </pc:sldChg>
      <pc:sldChg chg="modSp mod">
        <pc:chgData name="Benjamin Robert" userId="bdf697ffd98a8826" providerId="LiveId" clId="{E651367B-8E57-43F2-B629-B9D3A634995C}" dt="2025-11-07T10:20:47.976" v="98" actId="20577"/>
        <pc:sldMkLst>
          <pc:docMk/>
          <pc:sldMk cId="2516445701" sldId="297"/>
        </pc:sldMkLst>
        <pc:spChg chg="mod">
          <ac:chgData name="Benjamin Robert" userId="bdf697ffd98a8826" providerId="LiveId" clId="{E651367B-8E57-43F2-B629-B9D3A634995C}" dt="2025-11-07T10:20:47.976" v="98" actId="20577"/>
          <ac:spMkLst>
            <pc:docMk/>
            <pc:sldMk cId="2516445701" sldId="297"/>
            <ac:spMk id="5" creationId="{3C44CA0D-BFCC-7D03-F79B-A55AC96CDE57}"/>
          </ac:spMkLst>
        </pc:spChg>
      </pc:sldChg>
      <pc:sldChg chg="mod modShow">
        <pc:chgData name="Benjamin Robert" userId="bdf697ffd98a8826" providerId="LiveId" clId="{E651367B-8E57-43F2-B629-B9D3A634995C}" dt="2025-11-06T17:13:52.933" v="1" actId="729"/>
        <pc:sldMkLst>
          <pc:docMk/>
          <pc:sldMk cId="278425534" sldId="298"/>
        </pc:sldMkLst>
      </pc:sldChg>
      <pc:sldChg chg="addSp delSp modSp mod ord">
        <pc:chgData name="Benjamin Robert" userId="bdf697ffd98a8826" providerId="LiveId" clId="{E651367B-8E57-43F2-B629-B9D3A634995C}" dt="2025-11-07T10:44:22.086" v="248" actId="1076"/>
        <pc:sldMkLst>
          <pc:docMk/>
          <pc:sldMk cId="2827785844" sldId="299"/>
        </pc:sldMkLst>
        <pc:spChg chg="add mod">
          <ac:chgData name="Benjamin Robert" userId="bdf697ffd98a8826" providerId="LiveId" clId="{E651367B-8E57-43F2-B629-B9D3A634995C}" dt="2025-11-07T10:44:15.028" v="244" actId="1076"/>
          <ac:spMkLst>
            <pc:docMk/>
            <pc:sldMk cId="2827785844" sldId="299"/>
            <ac:spMk id="9" creationId="{C2110924-E67D-1D51-9D75-55D62070292D}"/>
          </ac:spMkLst>
        </pc:spChg>
        <pc:spChg chg="add mod">
          <ac:chgData name="Benjamin Robert" userId="bdf697ffd98a8826" providerId="LiveId" clId="{E651367B-8E57-43F2-B629-B9D3A634995C}" dt="2025-11-07T10:44:22.086" v="248" actId="1076"/>
          <ac:spMkLst>
            <pc:docMk/>
            <pc:sldMk cId="2827785844" sldId="299"/>
            <ac:spMk id="10" creationId="{5FEBF7D5-7366-C339-CF8E-A15486D4266C}"/>
          </ac:spMkLst>
        </pc:spChg>
        <pc:picChg chg="add">
          <ac:chgData name="Benjamin Robert" userId="bdf697ffd98a8826" providerId="LiveId" clId="{E651367B-8E57-43F2-B629-B9D3A634995C}" dt="2025-11-07T10:43:00.213" v="215" actId="22"/>
          <ac:picMkLst>
            <pc:docMk/>
            <pc:sldMk cId="2827785844" sldId="299"/>
            <ac:picMk id="5" creationId="{9161746B-CA9B-69F3-7C57-0A75AB254BFD}"/>
          </ac:picMkLst>
        </pc:picChg>
        <pc:picChg chg="del">
          <ac:chgData name="Benjamin Robert" userId="bdf697ffd98a8826" providerId="LiveId" clId="{E651367B-8E57-43F2-B629-B9D3A634995C}" dt="2025-11-07T10:42:59.541" v="214" actId="478"/>
          <ac:picMkLst>
            <pc:docMk/>
            <pc:sldMk cId="2827785844" sldId="299"/>
            <ac:picMk id="6" creationId="{C8F30539-FBAB-38E6-93D7-854FF6179612}"/>
          </ac:picMkLst>
        </pc:picChg>
        <pc:cxnChg chg="add del mod">
          <ac:chgData name="Benjamin Robert" userId="bdf697ffd98a8826" providerId="LiveId" clId="{E651367B-8E57-43F2-B629-B9D3A634995C}" dt="2025-11-07T10:43:54.931" v="236" actId="478"/>
          <ac:cxnSpMkLst>
            <pc:docMk/>
            <pc:sldMk cId="2827785844" sldId="299"/>
            <ac:cxnSpMk id="8" creationId="{424721DF-70B2-28AD-1E92-7E6B9815B4EA}"/>
          </ac:cxnSpMkLst>
        </pc:cxnChg>
      </pc:sldChg>
      <pc:sldChg chg="mod modShow">
        <pc:chgData name="Benjamin Robert" userId="bdf697ffd98a8826" providerId="LiveId" clId="{E651367B-8E57-43F2-B629-B9D3A634995C}" dt="2025-11-06T17:13:55.437" v="2" actId="729"/>
        <pc:sldMkLst>
          <pc:docMk/>
          <pc:sldMk cId="1989543073" sldId="300"/>
        </pc:sldMkLst>
      </pc:sldChg>
      <pc:sldChg chg="mod modShow">
        <pc:chgData name="Benjamin Robert" userId="bdf697ffd98a8826" providerId="LiveId" clId="{E651367B-8E57-43F2-B629-B9D3A634995C}" dt="2025-11-06T17:14:02.243" v="3" actId="729"/>
        <pc:sldMkLst>
          <pc:docMk/>
          <pc:sldMk cId="248443024" sldId="301"/>
        </pc:sldMkLst>
      </pc:sldChg>
      <pc:sldChg chg="addSp modSp mod ord">
        <pc:chgData name="Benjamin Robert" userId="bdf697ffd98a8826" providerId="LiveId" clId="{E651367B-8E57-43F2-B629-B9D3A634995C}" dt="2025-11-07T10:46:21.596" v="259" actId="1076"/>
        <pc:sldMkLst>
          <pc:docMk/>
          <pc:sldMk cId="2662774853" sldId="302"/>
        </pc:sldMkLst>
        <pc:spChg chg="add mod">
          <ac:chgData name="Benjamin Robert" userId="bdf697ffd98a8826" providerId="LiveId" clId="{E651367B-8E57-43F2-B629-B9D3A634995C}" dt="2025-11-07T10:46:21.596" v="259" actId="1076"/>
          <ac:spMkLst>
            <pc:docMk/>
            <pc:sldMk cId="2662774853" sldId="302"/>
            <ac:spMk id="3" creationId="{21BA0A74-C0EF-FF62-C2BA-2F4095893725}"/>
          </ac:spMkLst>
        </pc:spChg>
      </pc:sldChg>
      <pc:sldChg chg="mod modShow">
        <pc:chgData name="Benjamin Robert" userId="bdf697ffd98a8826" providerId="LiveId" clId="{E651367B-8E57-43F2-B629-B9D3A634995C}" dt="2025-11-07T10:21:44.799" v="101" actId="729"/>
        <pc:sldMkLst>
          <pc:docMk/>
          <pc:sldMk cId="1727989895" sldId="303"/>
        </pc:sldMkLst>
      </pc:sldChg>
      <pc:sldChg chg="del">
        <pc:chgData name="Benjamin Robert" userId="bdf697ffd98a8826" providerId="LiveId" clId="{E651367B-8E57-43F2-B629-B9D3A634995C}" dt="2025-11-07T10:23:12.955" v="102" actId="2696"/>
        <pc:sldMkLst>
          <pc:docMk/>
          <pc:sldMk cId="3077427466" sldId="307"/>
        </pc:sldMkLst>
      </pc:sldChg>
      <pc:sldChg chg="addSp delSp modSp add mod ord">
        <pc:chgData name="Benjamin Robert" userId="bdf697ffd98a8826" providerId="LiveId" clId="{E651367B-8E57-43F2-B629-B9D3A634995C}" dt="2025-11-07T10:51:30.754" v="282" actId="948"/>
        <pc:sldMkLst>
          <pc:docMk/>
          <pc:sldMk cId="4267308802" sldId="307"/>
        </pc:sldMkLst>
        <pc:spChg chg="mod">
          <ac:chgData name="Benjamin Robert" userId="bdf697ffd98a8826" providerId="LiveId" clId="{E651367B-8E57-43F2-B629-B9D3A634995C}" dt="2025-11-07T10:49:34.248" v="272" actId="122"/>
          <ac:spMkLst>
            <pc:docMk/>
            <pc:sldMk cId="4267308802" sldId="307"/>
            <ac:spMk id="2" creationId="{61CD32C7-87C4-DAE8-FC1F-FB0B932233C0}"/>
          </ac:spMkLst>
        </pc:spChg>
        <pc:spChg chg="add mod">
          <ac:chgData name="Benjamin Robert" userId="bdf697ffd98a8826" providerId="LiveId" clId="{E651367B-8E57-43F2-B629-B9D3A634995C}" dt="2025-11-07T10:24:02.266" v="104"/>
          <ac:spMkLst>
            <pc:docMk/>
            <pc:sldMk cId="4267308802" sldId="307"/>
            <ac:spMk id="3" creationId="{EEE1ECB1-EB68-D109-109D-748465163F9B}"/>
          </ac:spMkLst>
        </pc:spChg>
        <pc:spChg chg="mod">
          <ac:chgData name="Benjamin Robert" userId="bdf697ffd98a8826" providerId="LiveId" clId="{E651367B-8E57-43F2-B629-B9D3A634995C}" dt="2025-11-07T10:51:30.754" v="282" actId="948"/>
          <ac:spMkLst>
            <pc:docMk/>
            <pc:sldMk cId="4267308802" sldId="307"/>
            <ac:spMk id="4" creationId="{576BDB51-4989-4EA7-8694-1E8FFB14F390}"/>
          </ac:spMkLst>
        </pc:spChg>
        <pc:spChg chg="add mod">
          <ac:chgData name="Benjamin Robert" userId="bdf697ffd98a8826" providerId="LiveId" clId="{E651367B-8E57-43F2-B629-B9D3A634995C}" dt="2025-11-07T10:24:02.266" v="104"/>
          <ac:spMkLst>
            <pc:docMk/>
            <pc:sldMk cId="4267308802" sldId="307"/>
            <ac:spMk id="5" creationId="{C6F93D00-C1E4-ADA5-E178-C4F0F54AEE42}"/>
          </ac:spMkLst>
        </pc:spChg>
        <pc:spChg chg="del">
          <ac:chgData name="Benjamin Robert" userId="bdf697ffd98a8826" providerId="LiveId" clId="{E651367B-8E57-43F2-B629-B9D3A634995C}" dt="2025-11-07T10:24:05.199" v="105" actId="478"/>
          <ac:spMkLst>
            <pc:docMk/>
            <pc:sldMk cId="4267308802" sldId="307"/>
            <ac:spMk id="6" creationId="{D266964C-776C-B669-7F6C-5D3A62DCF581}"/>
          </ac:spMkLst>
        </pc:spChg>
        <pc:spChg chg="del">
          <ac:chgData name="Benjamin Robert" userId="bdf697ffd98a8826" providerId="LiveId" clId="{E651367B-8E57-43F2-B629-B9D3A634995C}" dt="2025-11-07T10:24:05.199" v="105" actId="478"/>
          <ac:spMkLst>
            <pc:docMk/>
            <pc:sldMk cId="4267308802" sldId="307"/>
            <ac:spMk id="7" creationId="{DEAF409C-9C42-A287-8AB8-C7F3BBFFC9AA}"/>
          </ac:spMkLst>
        </pc:spChg>
        <pc:spChg chg="del">
          <ac:chgData name="Benjamin Robert" userId="bdf697ffd98a8826" providerId="LiveId" clId="{E651367B-8E57-43F2-B629-B9D3A634995C}" dt="2025-11-07T10:24:05.199" v="105" actId="478"/>
          <ac:spMkLst>
            <pc:docMk/>
            <pc:sldMk cId="4267308802" sldId="307"/>
            <ac:spMk id="8" creationId="{EBADDDEF-ADBD-5FA1-D12F-6C73EB79A25E}"/>
          </ac:spMkLst>
        </pc:spChg>
        <pc:spChg chg="add mod">
          <ac:chgData name="Benjamin Robert" userId="bdf697ffd98a8826" providerId="LiveId" clId="{E651367B-8E57-43F2-B629-B9D3A634995C}" dt="2025-11-07T10:24:02.266" v="104"/>
          <ac:spMkLst>
            <pc:docMk/>
            <pc:sldMk cId="4267308802" sldId="307"/>
            <ac:spMk id="13" creationId="{29F8F56B-B346-BDB4-6F56-FE087DE3F2E3}"/>
          </ac:spMkLst>
        </pc:spChg>
        <pc:spChg chg="add mod">
          <ac:chgData name="Benjamin Robert" userId="bdf697ffd98a8826" providerId="LiveId" clId="{E651367B-8E57-43F2-B629-B9D3A634995C}" dt="2025-11-07T10:24:02.266" v="104"/>
          <ac:spMkLst>
            <pc:docMk/>
            <pc:sldMk cId="4267308802" sldId="307"/>
            <ac:spMk id="14" creationId="{B1E09494-0E99-54AB-6FDE-83BF92CD8DD1}"/>
          </ac:spMkLst>
        </pc:spChg>
        <pc:spChg chg="add mod">
          <ac:chgData name="Benjamin Robert" userId="bdf697ffd98a8826" providerId="LiveId" clId="{E651367B-8E57-43F2-B629-B9D3A634995C}" dt="2025-11-07T10:24:02.266" v="104"/>
          <ac:spMkLst>
            <pc:docMk/>
            <pc:sldMk cId="4267308802" sldId="307"/>
            <ac:spMk id="15" creationId="{D5D310B2-DF3C-9095-5840-84D3955D59A4}"/>
          </ac:spMkLst>
        </pc:spChg>
        <pc:spChg chg="add mod">
          <ac:chgData name="Benjamin Robert" userId="bdf697ffd98a8826" providerId="LiveId" clId="{E651367B-8E57-43F2-B629-B9D3A634995C}" dt="2025-11-07T10:24:02.266" v="104"/>
          <ac:spMkLst>
            <pc:docMk/>
            <pc:sldMk cId="4267308802" sldId="307"/>
            <ac:spMk id="16" creationId="{B7630F57-2846-25B5-72E1-E9D8055830E3}"/>
          </ac:spMkLst>
        </pc:spChg>
        <pc:spChg chg="add mod">
          <ac:chgData name="Benjamin Robert" userId="bdf697ffd98a8826" providerId="LiveId" clId="{E651367B-8E57-43F2-B629-B9D3A634995C}" dt="2025-11-07T10:24:02.266" v="104"/>
          <ac:spMkLst>
            <pc:docMk/>
            <pc:sldMk cId="4267308802" sldId="307"/>
            <ac:spMk id="17" creationId="{0EA63DEC-4850-C9B0-A241-BCAC7929D44D}"/>
          </ac:spMkLst>
        </pc:spChg>
        <pc:spChg chg="add mod">
          <ac:chgData name="Benjamin Robert" userId="bdf697ffd98a8826" providerId="LiveId" clId="{E651367B-8E57-43F2-B629-B9D3A634995C}" dt="2025-11-07T10:24:05.573" v="106"/>
          <ac:spMkLst>
            <pc:docMk/>
            <pc:sldMk cId="4267308802" sldId="307"/>
            <ac:spMk id="18" creationId="{135A2B62-856A-DEED-0E04-FA1565E89D03}"/>
          </ac:spMkLst>
        </pc:spChg>
        <pc:spChg chg="add mod">
          <ac:chgData name="Benjamin Robert" userId="bdf697ffd98a8826" providerId="LiveId" clId="{E651367B-8E57-43F2-B629-B9D3A634995C}" dt="2025-11-07T10:24:05.573" v="106"/>
          <ac:spMkLst>
            <pc:docMk/>
            <pc:sldMk cId="4267308802" sldId="307"/>
            <ac:spMk id="19" creationId="{9D73067D-341C-3F89-0BE0-2027207DF8EA}"/>
          </ac:spMkLst>
        </pc:spChg>
        <pc:spChg chg="del">
          <ac:chgData name="Benjamin Robert" userId="bdf697ffd98a8826" providerId="LiveId" clId="{E651367B-8E57-43F2-B629-B9D3A634995C}" dt="2025-11-07T10:24:05.199" v="105" actId="478"/>
          <ac:spMkLst>
            <pc:docMk/>
            <pc:sldMk cId="4267308802" sldId="307"/>
            <ac:spMk id="20" creationId="{52955DF1-CCFF-D24C-3AB1-8C0CE23115F9}"/>
          </ac:spMkLst>
        </pc:spChg>
        <pc:spChg chg="del">
          <ac:chgData name="Benjamin Robert" userId="bdf697ffd98a8826" providerId="LiveId" clId="{E651367B-8E57-43F2-B629-B9D3A634995C}" dt="2025-11-07T10:24:05.199" v="105" actId="478"/>
          <ac:spMkLst>
            <pc:docMk/>
            <pc:sldMk cId="4267308802" sldId="307"/>
            <ac:spMk id="21" creationId="{1AB75AF9-1717-C37C-6131-4C4FCA4C52D7}"/>
          </ac:spMkLst>
        </pc:spChg>
        <pc:spChg chg="del">
          <ac:chgData name="Benjamin Robert" userId="bdf697ffd98a8826" providerId="LiveId" clId="{E651367B-8E57-43F2-B629-B9D3A634995C}" dt="2025-11-07T10:24:05.199" v="105" actId="478"/>
          <ac:spMkLst>
            <pc:docMk/>
            <pc:sldMk cId="4267308802" sldId="307"/>
            <ac:spMk id="22" creationId="{4969B4A4-E089-EF64-1D82-9E9D0C4F16DD}"/>
          </ac:spMkLst>
        </pc:spChg>
        <pc:spChg chg="del">
          <ac:chgData name="Benjamin Robert" userId="bdf697ffd98a8826" providerId="LiveId" clId="{E651367B-8E57-43F2-B629-B9D3A634995C}" dt="2025-11-07T10:24:05.199" v="105" actId="478"/>
          <ac:spMkLst>
            <pc:docMk/>
            <pc:sldMk cId="4267308802" sldId="307"/>
            <ac:spMk id="23" creationId="{EA44EF2A-EE98-B5C1-B2C9-3901141D8BE2}"/>
          </ac:spMkLst>
        </pc:spChg>
        <pc:spChg chg="add mod">
          <ac:chgData name="Benjamin Robert" userId="bdf697ffd98a8826" providerId="LiveId" clId="{E651367B-8E57-43F2-B629-B9D3A634995C}" dt="2025-11-07T10:24:05.573" v="106"/>
          <ac:spMkLst>
            <pc:docMk/>
            <pc:sldMk cId="4267308802" sldId="307"/>
            <ac:spMk id="26" creationId="{C3014A3A-FEDE-F65C-814D-AB34A5DDB995}"/>
          </ac:spMkLst>
        </pc:spChg>
        <pc:spChg chg="add mod">
          <ac:chgData name="Benjamin Robert" userId="bdf697ffd98a8826" providerId="LiveId" clId="{E651367B-8E57-43F2-B629-B9D3A634995C}" dt="2025-11-07T10:24:05.573" v="106"/>
          <ac:spMkLst>
            <pc:docMk/>
            <pc:sldMk cId="4267308802" sldId="307"/>
            <ac:spMk id="27" creationId="{5C922377-F2BE-E93C-BF0B-CDD53BBE14B2}"/>
          </ac:spMkLst>
        </pc:spChg>
        <pc:spChg chg="add mod">
          <ac:chgData name="Benjamin Robert" userId="bdf697ffd98a8826" providerId="LiveId" clId="{E651367B-8E57-43F2-B629-B9D3A634995C}" dt="2025-11-07T10:24:05.573" v="106"/>
          <ac:spMkLst>
            <pc:docMk/>
            <pc:sldMk cId="4267308802" sldId="307"/>
            <ac:spMk id="28" creationId="{79997EB2-207D-1EB7-A68A-FB360DDE03C7}"/>
          </ac:spMkLst>
        </pc:spChg>
        <pc:spChg chg="add mod">
          <ac:chgData name="Benjamin Robert" userId="bdf697ffd98a8826" providerId="LiveId" clId="{E651367B-8E57-43F2-B629-B9D3A634995C}" dt="2025-11-07T10:24:05.573" v="106"/>
          <ac:spMkLst>
            <pc:docMk/>
            <pc:sldMk cId="4267308802" sldId="307"/>
            <ac:spMk id="29" creationId="{2A55960A-3832-4C4C-7121-CC3798C4337D}"/>
          </ac:spMkLst>
        </pc:spChg>
        <pc:spChg chg="add mod">
          <ac:chgData name="Benjamin Robert" userId="bdf697ffd98a8826" providerId="LiveId" clId="{E651367B-8E57-43F2-B629-B9D3A634995C}" dt="2025-11-07T10:24:05.573" v="106"/>
          <ac:spMkLst>
            <pc:docMk/>
            <pc:sldMk cId="4267308802" sldId="307"/>
            <ac:spMk id="30" creationId="{603C4CD7-719B-2344-39C1-54F37151188C}"/>
          </ac:spMkLst>
        </pc:spChg>
        <pc:picChg chg="del">
          <ac:chgData name="Benjamin Robert" userId="bdf697ffd98a8826" providerId="LiveId" clId="{E651367B-8E57-43F2-B629-B9D3A634995C}" dt="2025-11-07T10:24:05.199" v="105" actId="478"/>
          <ac:picMkLst>
            <pc:docMk/>
            <pc:sldMk cId="4267308802" sldId="307"/>
            <ac:picMk id="9" creationId="{D0A7D505-68DA-4EC0-9356-9FC1D0D96C3B}"/>
          </ac:picMkLst>
        </pc:picChg>
        <pc:picChg chg="del">
          <ac:chgData name="Benjamin Robert" userId="bdf697ffd98a8826" providerId="LiveId" clId="{E651367B-8E57-43F2-B629-B9D3A634995C}" dt="2025-11-07T10:24:05.199" v="105" actId="478"/>
          <ac:picMkLst>
            <pc:docMk/>
            <pc:sldMk cId="4267308802" sldId="307"/>
            <ac:picMk id="10" creationId="{9C4D831F-3B8C-702A-267A-318F37A55DA7}"/>
          </ac:picMkLst>
        </pc:picChg>
        <pc:picChg chg="add mod">
          <ac:chgData name="Benjamin Robert" userId="bdf697ffd98a8826" providerId="LiveId" clId="{E651367B-8E57-43F2-B629-B9D3A634995C}" dt="2025-11-07T10:24:02.266" v="104"/>
          <ac:picMkLst>
            <pc:docMk/>
            <pc:sldMk cId="4267308802" sldId="307"/>
            <ac:picMk id="11" creationId="{DC56DC8D-CBE4-CC57-1805-A4E395E99BD0}"/>
          </ac:picMkLst>
        </pc:picChg>
        <pc:picChg chg="add mod">
          <ac:chgData name="Benjamin Robert" userId="bdf697ffd98a8826" providerId="LiveId" clId="{E651367B-8E57-43F2-B629-B9D3A634995C}" dt="2025-11-07T10:24:02.266" v="104"/>
          <ac:picMkLst>
            <pc:docMk/>
            <pc:sldMk cId="4267308802" sldId="307"/>
            <ac:picMk id="12" creationId="{2A75BA47-4528-43A4-779B-D7E3FD2ACF4F}"/>
          </ac:picMkLst>
        </pc:picChg>
        <pc:picChg chg="add mod">
          <ac:chgData name="Benjamin Robert" userId="bdf697ffd98a8826" providerId="LiveId" clId="{E651367B-8E57-43F2-B629-B9D3A634995C}" dt="2025-11-07T10:24:05.573" v="106"/>
          <ac:picMkLst>
            <pc:docMk/>
            <pc:sldMk cId="4267308802" sldId="307"/>
            <ac:picMk id="24" creationId="{46654B46-406C-A9FA-A2C4-EB5BC5AE94FD}"/>
          </ac:picMkLst>
        </pc:picChg>
        <pc:picChg chg="add mod">
          <ac:chgData name="Benjamin Robert" userId="bdf697ffd98a8826" providerId="LiveId" clId="{E651367B-8E57-43F2-B629-B9D3A634995C}" dt="2025-11-07T10:24:05.573" v="106"/>
          <ac:picMkLst>
            <pc:docMk/>
            <pc:sldMk cId="4267308802" sldId="307"/>
            <ac:picMk id="25" creationId="{51FADDB6-06C9-B4B0-E107-EECDBDB8C4F0}"/>
          </ac:picMkLst>
        </pc:picChg>
      </pc:sldChg>
      <pc:sldChg chg="add mod modShow">
        <pc:chgData name="Benjamin Robert" userId="bdf697ffd98a8826" providerId="LiveId" clId="{E651367B-8E57-43F2-B629-B9D3A634995C}" dt="2025-11-07T10:29:59.933" v="142" actId="729"/>
        <pc:sldMkLst>
          <pc:docMk/>
          <pc:sldMk cId="2569264964" sldId="309"/>
        </pc:sldMkLst>
      </pc:sldChg>
      <pc:sldChg chg="del">
        <pc:chgData name="Benjamin Robert" userId="bdf697ffd98a8826" providerId="LiveId" clId="{E651367B-8E57-43F2-B629-B9D3A634995C}" dt="2025-11-07T10:21:31.735" v="99" actId="2696"/>
        <pc:sldMkLst>
          <pc:docMk/>
          <pc:sldMk cId="3499746856" sldId="309"/>
        </pc:sldMkLst>
      </pc:sldChg>
      <pc:sldChg chg="addSp delSp modSp add mod">
        <pc:chgData name="Benjamin Robert" userId="bdf697ffd98a8826" providerId="LiveId" clId="{E651367B-8E57-43F2-B629-B9D3A634995C}" dt="2025-11-07T10:32:06.380" v="175"/>
        <pc:sldMkLst>
          <pc:docMk/>
          <pc:sldMk cId="3731218560" sldId="312"/>
        </pc:sldMkLst>
        <pc:spChg chg="del">
          <ac:chgData name="Benjamin Robert" userId="bdf697ffd98a8826" providerId="LiveId" clId="{E651367B-8E57-43F2-B629-B9D3A634995C}" dt="2025-11-07T10:32:02.718" v="173" actId="478"/>
          <ac:spMkLst>
            <pc:docMk/>
            <pc:sldMk cId="3731218560" sldId="312"/>
            <ac:spMk id="2" creationId="{ED276840-453C-5C40-B6ED-07214A7C4A6D}"/>
          </ac:spMkLst>
        </pc:spChg>
        <pc:spChg chg="add del mod">
          <ac:chgData name="Benjamin Robert" userId="bdf697ffd98a8826" providerId="LiveId" clId="{E651367B-8E57-43F2-B629-B9D3A634995C}" dt="2025-11-07T10:32:05.895" v="174" actId="478"/>
          <ac:spMkLst>
            <pc:docMk/>
            <pc:sldMk cId="3731218560" sldId="312"/>
            <ac:spMk id="5" creationId="{B6ED61C2-F51D-82C3-AE55-C41769EB1B3B}"/>
          </ac:spMkLst>
        </pc:spChg>
        <pc:spChg chg="add mod">
          <ac:chgData name="Benjamin Robert" userId="bdf697ffd98a8826" providerId="LiveId" clId="{E651367B-8E57-43F2-B629-B9D3A634995C}" dt="2025-11-07T10:32:06.380" v="175"/>
          <ac:spMkLst>
            <pc:docMk/>
            <pc:sldMk cId="3731218560" sldId="312"/>
            <ac:spMk id="6" creationId="{4CD447E5-82DA-E44B-C5B8-58478EE4ADF8}"/>
          </ac:spMkLst>
        </pc:spChg>
      </pc:sldChg>
      <pc:sldChg chg="addSp delSp modSp add mod">
        <pc:chgData name="Benjamin Robert" userId="bdf697ffd98a8826" providerId="LiveId" clId="{E651367B-8E57-43F2-B629-B9D3A634995C}" dt="2025-11-07T10:33:07.225" v="196"/>
        <pc:sldMkLst>
          <pc:docMk/>
          <pc:sldMk cId="2404219192" sldId="313"/>
        </pc:sldMkLst>
        <pc:spChg chg="del">
          <ac:chgData name="Benjamin Robert" userId="bdf697ffd98a8826" providerId="LiveId" clId="{E651367B-8E57-43F2-B629-B9D3A634995C}" dt="2025-11-07T10:33:05.445" v="194" actId="478"/>
          <ac:spMkLst>
            <pc:docMk/>
            <pc:sldMk cId="2404219192" sldId="313"/>
            <ac:spMk id="2" creationId="{15897FB5-2E8F-06B5-637D-7F750DF52DAA}"/>
          </ac:spMkLst>
        </pc:spChg>
        <pc:spChg chg="add del mod">
          <ac:chgData name="Benjamin Robert" userId="bdf697ffd98a8826" providerId="LiveId" clId="{E651367B-8E57-43F2-B629-B9D3A634995C}" dt="2025-11-07T10:33:06.924" v="195" actId="478"/>
          <ac:spMkLst>
            <pc:docMk/>
            <pc:sldMk cId="2404219192" sldId="313"/>
            <ac:spMk id="5" creationId="{A3B2F139-2C64-F95E-68DC-043B7470F0CF}"/>
          </ac:spMkLst>
        </pc:spChg>
        <pc:spChg chg="add mod">
          <ac:chgData name="Benjamin Robert" userId="bdf697ffd98a8826" providerId="LiveId" clId="{E651367B-8E57-43F2-B629-B9D3A634995C}" dt="2025-11-07T10:33:07.225" v="196"/>
          <ac:spMkLst>
            <pc:docMk/>
            <pc:sldMk cId="2404219192" sldId="313"/>
            <ac:spMk id="7" creationId="{1AF06A71-B459-9788-B3E2-ED42F99C957B}"/>
          </ac:spMkLst>
        </pc:spChg>
      </pc:sldChg>
      <pc:sldChg chg="add mod modShow">
        <pc:chgData name="Benjamin Robert" userId="bdf697ffd98a8826" providerId="LiveId" clId="{E651367B-8E57-43F2-B629-B9D3A634995C}" dt="2025-11-07T10:20:13.063" v="13" actId="729"/>
        <pc:sldMkLst>
          <pc:docMk/>
          <pc:sldMk cId="1299831672" sldId="314"/>
        </pc:sldMkLst>
      </pc:sldChg>
      <pc:sldChg chg="add">
        <pc:chgData name="Benjamin Robert" userId="bdf697ffd98a8826" providerId="LiveId" clId="{E651367B-8E57-43F2-B629-B9D3A634995C}" dt="2025-11-07T10:24:59.471" v="107"/>
        <pc:sldMkLst>
          <pc:docMk/>
          <pc:sldMk cId="1182391076" sldId="315"/>
        </pc:sldMkLst>
      </pc:sldChg>
      <pc:sldChg chg="add">
        <pc:chgData name="Benjamin Robert" userId="bdf697ffd98a8826" providerId="LiveId" clId="{E651367B-8E57-43F2-B629-B9D3A634995C}" dt="2025-11-07T10:24:59.471" v="107"/>
        <pc:sldMkLst>
          <pc:docMk/>
          <pc:sldMk cId="32960323" sldId="316"/>
        </pc:sldMkLst>
      </pc:sldChg>
      <pc:sldChg chg="add">
        <pc:chgData name="Benjamin Robert" userId="bdf697ffd98a8826" providerId="LiveId" clId="{E651367B-8E57-43F2-B629-B9D3A634995C}" dt="2025-11-07T10:24:59.471" v="107"/>
        <pc:sldMkLst>
          <pc:docMk/>
          <pc:sldMk cId="3543290598" sldId="317"/>
        </pc:sldMkLst>
      </pc:sldChg>
      <pc:sldChg chg="add">
        <pc:chgData name="Benjamin Robert" userId="bdf697ffd98a8826" providerId="LiveId" clId="{E651367B-8E57-43F2-B629-B9D3A634995C}" dt="2025-11-07T10:24:59.471" v="107"/>
        <pc:sldMkLst>
          <pc:docMk/>
          <pc:sldMk cId="1433176206" sldId="318"/>
        </pc:sldMkLst>
      </pc:sldChg>
      <pc:sldChg chg="add">
        <pc:chgData name="Benjamin Robert" userId="bdf697ffd98a8826" providerId="LiveId" clId="{E651367B-8E57-43F2-B629-B9D3A634995C}" dt="2025-11-07T10:24:59.471" v="107"/>
        <pc:sldMkLst>
          <pc:docMk/>
          <pc:sldMk cId="1800072261" sldId="319"/>
        </pc:sldMkLst>
      </pc:sldChg>
      <pc:sldChg chg="add">
        <pc:chgData name="Benjamin Robert" userId="bdf697ffd98a8826" providerId="LiveId" clId="{E651367B-8E57-43F2-B629-B9D3A634995C}" dt="2025-11-07T10:24:59.471" v="107"/>
        <pc:sldMkLst>
          <pc:docMk/>
          <pc:sldMk cId="3727260870" sldId="320"/>
        </pc:sldMkLst>
      </pc:sldChg>
      <pc:sldChg chg="delSp new mod ord">
        <pc:chgData name="Benjamin Robert" userId="bdf697ffd98a8826" providerId="LiveId" clId="{E651367B-8E57-43F2-B629-B9D3A634995C}" dt="2025-11-07T10:25:12.455" v="111" actId="478"/>
        <pc:sldMkLst>
          <pc:docMk/>
          <pc:sldMk cId="2997894300" sldId="321"/>
        </pc:sldMkLst>
        <pc:spChg chg="del">
          <ac:chgData name="Benjamin Robert" userId="bdf697ffd98a8826" providerId="LiveId" clId="{E651367B-8E57-43F2-B629-B9D3A634995C}" dt="2025-11-07T10:25:12.455" v="111" actId="478"/>
          <ac:spMkLst>
            <pc:docMk/>
            <pc:sldMk cId="2997894300" sldId="321"/>
            <ac:spMk id="2" creationId="{7BB4B54F-46CE-AB57-11CC-1F7629AEBD1F}"/>
          </ac:spMkLst>
        </pc:spChg>
        <pc:spChg chg="del">
          <ac:chgData name="Benjamin Robert" userId="bdf697ffd98a8826" providerId="LiveId" clId="{E651367B-8E57-43F2-B629-B9D3A634995C}" dt="2025-11-07T10:25:12.455" v="111" actId="478"/>
          <ac:spMkLst>
            <pc:docMk/>
            <pc:sldMk cId="2997894300" sldId="321"/>
            <ac:spMk id="3" creationId="{44FE0A3A-3B84-7D09-D8F3-6E4A4EF245DF}"/>
          </ac:spMkLst>
        </pc:spChg>
      </pc:sldChg>
      <pc:sldChg chg="addSp delSp modSp add mod ord">
        <pc:chgData name="Benjamin Robert" userId="bdf697ffd98a8826" providerId="LiveId" clId="{E651367B-8E57-43F2-B629-B9D3A634995C}" dt="2025-11-07T10:27:35.677" v="124" actId="478"/>
        <pc:sldMkLst>
          <pc:docMk/>
          <pc:sldMk cId="3236641376" sldId="322"/>
        </pc:sldMkLst>
        <pc:spChg chg="del">
          <ac:chgData name="Benjamin Robert" userId="bdf697ffd98a8826" providerId="LiveId" clId="{E651367B-8E57-43F2-B629-B9D3A634995C}" dt="2025-11-07T10:27:32.693" v="122" actId="478"/>
          <ac:spMkLst>
            <pc:docMk/>
            <pc:sldMk cId="3236641376" sldId="322"/>
            <ac:spMk id="2" creationId="{10FFDC93-5809-4849-BE7D-5262A1CCB99B}"/>
          </ac:spMkLst>
        </pc:spChg>
        <pc:spChg chg="add del">
          <ac:chgData name="Benjamin Robert" userId="bdf697ffd98a8826" providerId="LiveId" clId="{E651367B-8E57-43F2-B629-B9D3A634995C}" dt="2025-11-07T10:26:19.780" v="117" actId="478"/>
          <ac:spMkLst>
            <pc:docMk/>
            <pc:sldMk cId="3236641376" sldId="322"/>
            <ac:spMk id="4" creationId="{57CF211F-F309-E18E-D793-22430AFAC097}"/>
          </ac:spMkLst>
        </pc:spChg>
        <pc:spChg chg="del">
          <ac:chgData name="Benjamin Robert" userId="bdf697ffd98a8826" providerId="LiveId" clId="{E651367B-8E57-43F2-B629-B9D3A634995C}" dt="2025-11-07T10:26:17.018" v="115" actId="478"/>
          <ac:spMkLst>
            <pc:docMk/>
            <pc:sldMk cId="3236641376" sldId="322"/>
            <ac:spMk id="5" creationId="{A0EE3A44-B878-2057-8367-F2EBCB3C19E5}"/>
          </ac:spMkLst>
        </pc:spChg>
        <pc:spChg chg="add del mod">
          <ac:chgData name="Benjamin Robert" userId="bdf697ffd98a8826" providerId="LiveId" clId="{E651367B-8E57-43F2-B629-B9D3A634995C}" dt="2025-11-07T10:27:35.677" v="124" actId="478"/>
          <ac:spMkLst>
            <pc:docMk/>
            <pc:sldMk cId="3236641376" sldId="322"/>
            <ac:spMk id="6" creationId="{3D8672B0-1B1F-9AE2-01C8-4CF0F91CEF0B}"/>
          </ac:spMkLst>
        </pc:spChg>
        <pc:spChg chg="add mod">
          <ac:chgData name="Benjamin Robert" userId="bdf697ffd98a8826" providerId="LiveId" clId="{E651367B-8E57-43F2-B629-B9D3A634995C}" dt="2025-11-07T10:27:33.269" v="123"/>
          <ac:spMkLst>
            <pc:docMk/>
            <pc:sldMk cId="3236641376" sldId="322"/>
            <ac:spMk id="7" creationId="{AAD74E5E-8348-F053-4C90-F3DCC3348486}"/>
          </ac:spMkLst>
        </pc:spChg>
        <pc:picChg chg="del">
          <ac:chgData name="Benjamin Robert" userId="bdf697ffd98a8826" providerId="LiveId" clId="{E651367B-8E57-43F2-B629-B9D3A634995C}" dt="2025-11-07T10:26:24.353" v="118" actId="478"/>
          <ac:picMkLst>
            <pc:docMk/>
            <pc:sldMk cId="3236641376" sldId="322"/>
            <ac:picMk id="14" creationId="{E095C56B-E7FE-0204-1C87-21BDE9E94C94}"/>
          </ac:picMkLst>
        </pc:picChg>
        <pc:picChg chg="del">
          <ac:chgData name="Benjamin Robert" userId="bdf697ffd98a8826" providerId="LiveId" clId="{E651367B-8E57-43F2-B629-B9D3A634995C}" dt="2025-11-07T10:26:24.353" v="118" actId="478"/>
          <ac:picMkLst>
            <pc:docMk/>
            <pc:sldMk cId="3236641376" sldId="322"/>
            <ac:picMk id="15" creationId="{996D645E-BD28-A827-0A73-1DB726782E5E}"/>
          </ac:picMkLst>
        </pc:picChg>
      </pc:sldChg>
      <pc:sldChg chg="addSp delSp modSp add mod">
        <pc:chgData name="Benjamin Robert" userId="bdf697ffd98a8826" providerId="LiveId" clId="{E651367B-8E57-43F2-B629-B9D3A634995C}" dt="2025-11-07T10:45:31.459" v="255" actId="1076"/>
        <pc:sldMkLst>
          <pc:docMk/>
          <pc:sldMk cId="856539315" sldId="323"/>
        </pc:sldMkLst>
        <pc:spChg chg="del">
          <ac:chgData name="Benjamin Robert" userId="bdf697ffd98a8826" providerId="LiveId" clId="{E651367B-8E57-43F2-B629-B9D3A634995C}" dt="2025-11-07T10:45:21.245" v="251" actId="478"/>
          <ac:spMkLst>
            <pc:docMk/>
            <pc:sldMk cId="856539315" sldId="323"/>
            <ac:spMk id="9" creationId="{DB78E590-4C48-F532-4195-04843DF89219}"/>
          </ac:spMkLst>
        </pc:spChg>
        <pc:spChg chg="del">
          <ac:chgData name="Benjamin Robert" userId="bdf697ffd98a8826" providerId="LiveId" clId="{E651367B-8E57-43F2-B629-B9D3A634995C}" dt="2025-11-07T10:45:22.061" v="252" actId="478"/>
          <ac:spMkLst>
            <pc:docMk/>
            <pc:sldMk cId="856539315" sldId="323"/>
            <ac:spMk id="10" creationId="{2C637DFD-9EC4-38C7-E5F0-152C257785EF}"/>
          </ac:spMkLst>
        </pc:spChg>
        <pc:picChg chg="del">
          <ac:chgData name="Benjamin Robert" userId="bdf697ffd98a8826" providerId="LiveId" clId="{E651367B-8E57-43F2-B629-B9D3A634995C}" dt="2025-11-07T10:45:18.793" v="250" actId="478"/>
          <ac:picMkLst>
            <pc:docMk/>
            <pc:sldMk cId="856539315" sldId="323"/>
            <ac:picMk id="5" creationId="{202B6882-EC20-C89C-27C7-2AD1F3D94CF0}"/>
          </ac:picMkLst>
        </pc:picChg>
        <pc:picChg chg="add mod">
          <ac:chgData name="Benjamin Robert" userId="bdf697ffd98a8826" providerId="LiveId" clId="{E651367B-8E57-43F2-B629-B9D3A634995C}" dt="2025-11-07T10:45:31.459" v="255" actId="1076"/>
          <ac:picMkLst>
            <pc:docMk/>
            <pc:sldMk cId="856539315" sldId="323"/>
            <ac:picMk id="6" creationId="{413659D6-5999-F4A3-1F85-3EED6AF69814}"/>
          </ac:picMkLst>
        </pc:picChg>
      </pc:sldChg>
      <pc:sldChg chg="add">
        <pc:chgData name="Benjamin Robert" userId="bdf697ffd98a8826" providerId="LiveId" clId="{E651367B-8E57-43F2-B629-B9D3A634995C}" dt="2025-11-07T10:53:00.690" v="283" actId="2890"/>
        <pc:sldMkLst>
          <pc:docMk/>
          <pc:sldMk cId="1720681767" sldId="324"/>
        </pc:sldMkLst>
      </pc:sldChg>
    </pc:docChg>
  </pc:docChgLst>
  <pc:docChgLst>
    <pc:chgData name="Benjamin Robert" userId="bdf697ffd98a8826" providerId="LiveId" clId="{6B4A7C95-2354-4592-939E-0AA4E673173C}"/>
    <pc:docChg chg="delSld">
      <pc:chgData name="Benjamin Robert" userId="bdf697ffd98a8826" providerId="LiveId" clId="{6B4A7C95-2354-4592-939E-0AA4E673173C}" dt="2023-11-15T19:30:41.106" v="3" actId="47"/>
      <pc:docMkLst>
        <pc:docMk/>
      </pc:docMkLst>
      <pc:sldChg chg="del">
        <pc:chgData name="Benjamin Robert" userId="bdf697ffd98a8826" providerId="LiveId" clId="{6B4A7C95-2354-4592-939E-0AA4E673173C}" dt="2023-11-15T19:30:24.491" v="0" actId="47"/>
        <pc:sldMkLst>
          <pc:docMk/>
          <pc:sldMk cId="44179626" sldId="280"/>
        </pc:sldMkLst>
      </pc:sldChg>
      <pc:sldChg chg="del">
        <pc:chgData name="Benjamin Robert" userId="bdf697ffd98a8826" providerId="LiveId" clId="{6B4A7C95-2354-4592-939E-0AA4E673173C}" dt="2023-11-15T19:30:24.491" v="0" actId="47"/>
        <pc:sldMkLst>
          <pc:docMk/>
          <pc:sldMk cId="3554028605" sldId="281"/>
        </pc:sldMkLst>
      </pc:sldChg>
      <pc:sldChg chg="del">
        <pc:chgData name="Benjamin Robert" userId="bdf697ffd98a8826" providerId="LiveId" clId="{6B4A7C95-2354-4592-939E-0AA4E673173C}" dt="2023-11-15T19:30:24.491" v="0" actId="47"/>
        <pc:sldMkLst>
          <pc:docMk/>
          <pc:sldMk cId="1567615400" sldId="282"/>
        </pc:sldMkLst>
      </pc:sldChg>
      <pc:sldChg chg="del">
        <pc:chgData name="Benjamin Robert" userId="bdf697ffd98a8826" providerId="LiveId" clId="{6B4A7C95-2354-4592-939E-0AA4E673173C}" dt="2023-11-15T19:30:24.491" v="0" actId="47"/>
        <pc:sldMkLst>
          <pc:docMk/>
          <pc:sldMk cId="1310656602" sldId="283"/>
        </pc:sldMkLst>
      </pc:sldChg>
      <pc:sldChg chg="del">
        <pc:chgData name="Benjamin Robert" userId="bdf697ffd98a8826" providerId="LiveId" clId="{6B4A7C95-2354-4592-939E-0AA4E673173C}" dt="2023-11-15T19:30:24.491" v="0" actId="47"/>
        <pc:sldMkLst>
          <pc:docMk/>
          <pc:sldMk cId="3429787734" sldId="284"/>
        </pc:sldMkLst>
      </pc:sldChg>
      <pc:sldChg chg="del">
        <pc:chgData name="Benjamin Robert" userId="bdf697ffd98a8826" providerId="LiveId" clId="{6B4A7C95-2354-4592-939E-0AA4E673173C}" dt="2023-11-15T19:30:24.491" v="0" actId="47"/>
        <pc:sldMkLst>
          <pc:docMk/>
          <pc:sldMk cId="1059915770" sldId="285"/>
        </pc:sldMkLst>
      </pc:sldChg>
      <pc:sldChg chg="del">
        <pc:chgData name="Benjamin Robert" userId="bdf697ffd98a8826" providerId="LiveId" clId="{6B4A7C95-2354-4592-939E-0AA4E673173C}" dt="2023-11-15T19:30:24.491" v="0" actId="47"/>
        <pc:sldMkLst>
          <pc:docMk/>
          <pc:sldMk cId="217961152" sldId="286"/>
        </pc:sldMkLst>
      </pc:sldChg>
      <pc:sldChg chg="del">
        <pc:chgData name="Benjamin Robert" userId="bdf697ffd98a8826" providerId="LiveId" clId="{6B4A7C95-2354-4592-939E-0AA4E673173C}" dt="2023-11-15T19:30:24.491" v="0" actId="47"/>
        <pc:sldMkLst>
          <pc:docMk/>
          <pc:sldMk cId="312977419" sldId="287"/>
        </pc:sldMkLst>
      </pc:sldChg>
      <pc:sldChg chg="del">
        <pc:chgData name="Benjamin Robert" userId="bdf697ffd98a8826" providerId="LiveId" clId="{6B4A7C95-2354-4592-939E-0AA4E673173C}" dt="2023-11-15T19:30:24.491" v="0" actId="47"/>
        <pc:sldMkLst>
          <pc:docMk/>
          <pc:sldMk cId="959204435" sldId="288"/>
        </pc:sldMkLst>
      </pc:sldChg>
      <pc:sldChg chg="del">
        <pc:chgData name="Benjamin Robert" userId="bdf697ffd98a8826" providerId="LiveId" clId="{6B4A7C95-2354-4592-939E-0AA4E673173C}" dt="2023-11-15T19:30:24.491" v="0" actId="47"/>
        <pc:sldMkLst>
          <pc:docMk/>
          <pc:sldMk cId="2733626490" sldId="289"/>
        </pc:sldMkLst>
      </pc:sldChg>
      <pc:sldChg chg="del">
        <pc:chgData name="Benjamin Robert" userId="bdf697ffd98a8826" providerId="LiveId" clId="{6B4A7C95-2354-4592-939E-0AA4E673173C}" dt="2023-11-15T19:30:24.491" v="0" actId="47"/>
        <pc:sldMkLst>
          <pc:docMk/>
          <pc:sldMk cId="1182391076" sldId="290"/>
        </pc:sldMkLst>
      </pc:sldChg>
      <pc:sldChg chg="del">
        <pc:chgData name="Benjamin Robert" userId="bdf697ffd98a8826" providerId="LiveId" clId="{6B4A7C95-2354-4592-939E-0AA4E673173C}" dt="2023-11-15T19:30:24.491" v="0" actId="47"/>
        <pc:sldMkLst>
          <pc:docMk/>
          <pc:sldMk cId="32960323" sldId="291"/>
        </pc:sldMkLst>
      </pc:sldChg>
      <pc:sldChg chg="del">
        <pc:chgData name="Benjamin Robert" userId="bdf697ffd98a8826" providerId="LiveId" clId="{6B4A7C95-2354-4592-939E-0AA4E673173C}" dt="2023-11-15T19:30:24.491" v="0" actId="47"/>
        <pc:sldMkLst>
          <pc:docMk/>
          <pc:sldMk cId="3543290598" sldId="292"/>
        </pc:sldMkLst>
      </pc:sldChg>
      <pc:sldChg chg="del">
        <pc:chgData name="Benjamin Robert" userId="bdf697ffd98a8826" providerId="LiveId" clId="{6B4A7C95-2354-4592-939E-0AA4E673173C}" dt="2023-11-15T19:30:24.491" v="0" actId="47"/>
        <pc:sldMkLst>
          <pc:docMk/>
          <pc:sldMk cId="1433176206" sldId="293"/>
        </pc:sldMkLst>
      </pc:sldChg>
      <pc:sldChg chg="del">
        <pc:chgData name="Benjamin Robert" userId="bdf697ffd98a8826" providerId="LiveId" clId="{6B4A7C95-2354-4592-939E-0AA4E673173C}" dt="2023-11-15T19:30:24.491" v="0" actId="47"/>
        <pc:sldMkLst>
          <pc:docMk/>
          <pc:sldMk cId="1800072261" sldId="294"/>
        </pc:sldMkLst>
      </pc:sldChg>
      <pc:sldChg chg="del">
        <pc:chgData name="Benjamin Robert" userId="bdf697ffd98a8826" providerId="LiveId" clId="{6B4A7C95-2354-4592-939E-0AA4E673173C}" dt="2023-11-15T19:30:24.491" v="0" actId="47"/>
        <pc:sldMkLst>
          <pc:docMk/>
          <pc:sldMk cId="3727260870" sldId="295"/>
        </pc:sldMkLst>
      </pc:sldChg>
      <pc:sldChg chg="del">
        <pc:chgData name="Benjamin Robert" userId="bdf697ffd98a8826" providerId="LiveId" clId="{6B4A7C95-2354-4592-939E-0AA4E673173C}" dt="2023-11-15T19:30:40.371" v="2" actId="47"/>
        <pc:sldMkLst>
          <pc:docMk/>
          <pc:sldMk cId="102530017" sldId="312"/>
        </pc:sldMkLst>
      </pc:sldChg>
      <pc:sldChg chg="del">
        <pc:chgData name="Benjamin Robert" userId="bdf697ffd98a8826" providerId="LiveId" clId="{6B4A7C95-2354-4592-939E-0AA4E673173C}" dt="2023-11-15T19:30:37.185" v="1" actId="47"/>
        <pc:sldMkLst>
          <pc:docMk/>
          <pc:sldMk cId="3076549120" sldId="313"/>
        </pc:sldMkLst>
      </pc:sldChg>
      <pc:sldChg chg="del">
        <pc:chgData name="Benjamin Robert" userId="bdf697ffd98a8826" providerId="LiveId" clId="{6B4A7C95-2354-4592-939E-0AA4E673173C}" dt="2023-11-15T19:30:37.185" v="1" actId="47"/>
        <pc:sldMkLst>
          <pc:docMk/>
          <pc:sldMk cId="1476768358" sldId="314"/>
        </pc:sldMkLst>
      </pc:sldChg>
      <pc:sldChg chg="del">
        <pc:chgData name="Benjamin Robert" userId="bdf697ffd98a8826" providerId="LiveId" clId="{6B4A7C95-2354-4592-939E-0AA4E673173C}" dt="2023-11-15T19:30:37.185" v="1" actId="47"/>
        <pc:sldMkLst>
          <pc:docMk/>
          <pc:sldMk cId="410452301" sldId="315"/>
        </pc:sldMkLst>
      </pc:sldChg>
      <pc:sldChg chg="del">
        <pc:chgData name="Benjamin Robert" userId="bdf697ffd98a8826" providerId="LiveId" clId="{6B4A7C95-2354-4592-939E-0AA4E673173C}" dt="2023-11-15T19:30:37.185" v="1" actId="47"/>
        <pc:sldMkLst>
          <pc:docMk/>
          <pc:sldMk cId="15121075" sldId="316"/>
        </pc:sldMkLst>
      </pc:sldChg>
      <pc:sldChg chg="del">
        <pc:chgData name="Benjamin Robert" userId="bdf697ffd98a8826" providerId="LiveId" clId="{6B4A7C95-2354-4592-939E-0AA4E673173C}" dt="2023-11-15T19:30:37.185" v="1" actId="47"/>
        <pc:sldMkLst>
          <pc:docMk/>
          <pc:sldMk cId="655634133" sldId="317"/>
        </pc:sldMkLst>
      </pc:sldChg>
      <pc:sldChg chg="del">
        <pc:chgData name="Benjamin Robert" userId="bdf697ffd98a8826" providerId="LiveId" clId="{6B4A7C95-2354-4592-939E-0AA4E673173C}" dt="2023-11-15T19:30:37.185" v="1" actId="47"/>
        <pc:sldMkLst>
          <pc:docMk/>
          <pc:sldMk cId="2089735605" sldId="318"/>
        </pc:sldMkLst>
      </pc:sldChg>
      <pc:sldChg chg="del">
        <pc:chgData name="Benjamin Robert" userId="bdf697ffd98a8826" providerId="LiveId" clId="{6B4A7C95-2354-4592-939E-0AA4E673173C}" dt="2023-11-15T19:30:37.185" v="1" actId="47"/>
        <pc:sldMkLst>
          <pc:docMk/>
          <pc:sldMk cId="4080522885" sldId="319"/>
        </pc:sldMkLst>
      </pc:sldChg>
      <pc:sldChg chg="del">
        <pc:chgData name="Benjamin Robert" userId="bdf697ffd98a8826" providerId="LiveId" clId="{6B4A7C95-2354-4592-939E-0AA4E673173C}" dt="2023-11-15T19:30:37.185" v="1" actId="47"/>
        <pc:sldMkLst>
          <pc:docMk/>
          <pc:sldMk cId="1302240741" sldId="320"/>
        </pc:sldMkLst>
      </pc:sldChg>
      <pc:sldChg chg="del">
        <pc:chgData name="Benjamin Robert" userId="bdf697ffd98a8826" providerId="LiveId" clId="{6B4A7C95-2354-4592-939E-0AA4E673173C}" dt="2023-11-15T19:30:37.185" v="1" actId="47"/>
        <pc:sldMkLst>
          <pc:docMk/>
          <pc:sldMk cId="3364691786" sldId="321"/>
        </pc:sldMkLst>
      </pc:sldChg>
      <pc:sldChg chg="del">
        <pc:chgData name="Benjamin Robert" userId="bdf697ffd98a8826" providerId="LiveId" clId="{6B4A7C95-2354-4592-939E-0AA4E673173C}" dt="2023-11-15T19:30:37.185" v="1" actId="47"/>
        <pc:sldMkLst>
          <pc:docMk/>
          <pc:sldMk cId="1130772838" sldId="322"/>
        </pc:sldMkLst>
      </pc:sldChg>
      <pc:sldChg chg="del">
        <pc:chgData name="Benjamin Robert" userId="bdf697ffd98a8826" providerId="LiveId" clId="{6B4A7C95-2354-4592-939E-0AA4E673173C}" dt="2023-11-15T19:30:37.185" v="1" actId="47"/>
        <pc:sldMkLst>
          <pc:docMk/>
          <pc:sldMk cId="558224691" sldId="323"/>
        </pc:sldMkLst>
      </pc:sldChg>
      <pc:sldChg chg="del">
        <pc:chgData name="Benjamin Robert" userId="bdf697ffd98a8826" providerId="LiveId" clId="{6B4A7C95-2354-4592-939E-0AA4E673173C}" dt="2023-11-15T19:30:37.185" v="1" actId="47"/>
        <pc:sldMkLst>
          <pc:docMk/>
          <pc:sldMk cId="615366645" sldId="324"/>
        </pc:sldMkLst>
      </pc:sldChg>
      <pc:sldChg chg="del">
        <pc:chgData name="Benjamin Robert" userId="bdf697ffd98a8826" providerId="LiveId" clId="{6B4A7C95-2354-4592-939E-0AA4E673173C}" dt="2023-11-15T19:30:37.185" v="1" actId="47"/>
        <pc:sldMkLst>
          <pc:docMk/>
          <pc:sldMk cId="260925361" sldId="325"/>
        </pc:sldMkLst>
      </pc:sldChg>
      <pc:sldChg chg="del">
        <pc:chgData name="Benjamin Robert" userId="bdf697ffd98a8826" providerId="LiveId" clId="{6B4A7C95-2354-4592-939E-0AA4E673173C}" dt="2023-11-15T19:30:37.185" v="1" actId="47"/>
        <pc:sldMkLst>
          <pc:docMk/>
          <pc:sldMk cId="2431365379" sldId="326"/>
        </pc:sldMkLst>
      </pc:sldChg>
      <pc:sldChg chg="del">
        <pc:chgData name="Benjamin Robert" userId="bdf697ffd98a8826" providerId="LiveId" clId="{6B4A7C95-2354-4592-939E-0AA4E673173C}" dt="2023-11-15T19:30:37.185" v="1" actId="47"/>
        <pc:sldMkLst>
          <pc:docMk/>
          <pc:sldMk cId="2261574063" sldId="327"/>
        </pc:sldMkLst>
      </pc:sldChg>
      <pc:sldChg chg="del">
        <pc:chgData name="Benjamin Robert" userId="bdf697ffd98a8826" providerId="LiveId" clId="{6B4A7C95-2354-4592-939E-0AA4E673173C}" dt="2023-11-15T19:30:37.185" v="1" actId="47"/>
        <pc:sldMkLst>
          <pc:docMk/>
          <pc:sldMk cId="1696003831" sldId="328"/>
        </pc:sldMkLst>
      </pc:sldChg>
      <pc:sldChg chg="del">
        <pc:chgData name="Benjamin Robert" userId="bdf697ffd98a8826" providerId="LiveId" clId="{6B4A7C95-2354-4592-939E-0AA4E673173C}" dt="2023-11-15T19:30:41.106" v="3" actId="47"/>
        <pc:sldMkLst>
          <pc:docMk/>
          <pc:sldMk cId="2475790112" sldId="329"/>
        </pc:sldMkLst>
      </pc:sldChg>
    </pc:docChg>
  </pc:docChgLst>
  <pc:docChgLst>
    <pc:chgData name="Benjamin Robert" userId="bdf697ffd98a8826" providerId="LiveId" clId="{93859C62-E639-4C88-8106-87322F7E3B94}"/>
    <pc:docChg chg="modSld">
      <pc:chgData name="Benjamin Robert" userId="bdf697ffd98a8826" providerId="LiveId" clId="{93859C62-E639-4C88-8106-87322F7E3B94}" dt="2024-11-01T16:17:00.516" v="3" actId="20577"/>
      <pc:docMkLst>
        <pc:docMk/>
      </pc:docMkLst>
      <pc:sldChg chg="modSp mod">
        <pc:chgData name="Benjamin Robert" userId="bdf697ffd98a8826" providerId="LiveId" clId="{93859C62-E639-4C88-8106-87322F7E3B94}" dt="2024-11-01T16:17:00.516" v="3" actId="20577"/>
        <pc:sldMkLst>
          <pc:docMk/>
          <pc:sldMk cId="3992679617" sldId="256"/>
        </pc:sldMkLst>
      </pc:sldChg>
    </pc:docChg>
  </pc:docChgLst>
  <pc:docChgLst>
    <pc:chgData name="Benjamin Robert" userId="bdf697ffd98a8826" providerId="LiveId" clId="{606CDD9B-9A2D-4C79-85CC-421D0917595E}"/>
    <pc:docChg chg="undo custSel addSld delSld modSld sldOrd">
      <pc:chgData name="Benjamin Robert" userId="bdf697ffd98a8826" providerId="LiveId" clId="{606CDD9B-9A2D-4C79-85CC-421D0917595E}" dt="2023-11-08T17:34:39.365" v="4669" actId="2085"/>
      <pc:docMkLst>
        <pc:docMk/>
      </pc:docMkLst>
      <pc:sldChg chg="addSp modSp mod setBg">
        <pc:chgData name="Benjamin Robert" userId="bdf697ffd98a8826" providerId="LiveId" clId="{606CDD9B-9A2D-4C79-85CC-421D0917595E}" dt="2023-11-07T22:19:57.322" v="2425" actId="1076"/>
        <pc:sldMkLst>
          <pc:docMk/>
          <pc:sldMk cId="3992679617" sldId="256"/>
        </pc:sldMkLst>
      </pc:sldChg>
      <pc:sldChg chg="modSp mod">
        <pc:chgData name="Benjamin Robert" userId="bdf697ffd98a8826" providerId="LiveId" clId="{606CDD9B-9A2D-4C79-85CC-421D0917595E}" dt="2023-11-08T08:24:54.593" v="3808" actId="1076"/>
        <pc:sldMkLst>
          <pc:docMk/>
          <pc:sldMk cId="621753686" sldId="257"/>
        </pc:sldMkLst>
      </pc:sldChg>
      <pc:sldChg chg="addSp delSp modSp mod">
        <pc:chgData name="Benjamin Robert" userId="bdf697ffd98a8826" providerId="LiveId" clId="{606CDD9B-9A2D-4C79-85CC-421D0917595E}" dt="2023-11-07T22:15:42.453" v="2371"/>
        <pc:sldMkLst>
          <pc:docMk/>
          <pc:sldMk cId="2422553543" sldId="258"/>
        </pc:sldMkLst>
      </pc:sldChg>
      <pc:sldChg chg="addSp delSp modSp mod modTransition">
        <pc:chgData name="Benjamin Robert" userId="bdf697ffd98a8826" providerId="LiveId" clId="{606CDD9B-9A2D-4C79-85CC-421D0917595E}" dt="2023-11-07T22:15:42.453" v="2371"/>
        <pc:sldMkLst>
          <pc:docMk/>
          <pc:sldMk cId="1596774640" sldId="259"/>
        </pc:sldMkLst>
      </pc:sldChg>
      <pc:sldChg chg="addSp delSp modSp mod modTransition">
        <pc:chgData name="Benjamin Robert" userId="bdf697ffd98a8826" providerId="LiveId" clId="{606CDD9B-9A2D-4C79-85CC-421D0917595E}" dt="2023-11-07T22:15:42.453" v="2371"/>
        <pc:sldMkLst>
          <pc:docMk/>
          <pc:sldMk cId="4087855709" sldId="260"/>
        </pc:sldMkLst>
      </pc:sldChg>
      <pc:sldChg chg="addSp delSp modSp mod">
        <pc:chgData name="Benjamin Robert" userId="bdf697ffd98a8826" providerId="LiveId" clId="{606CDD9B-9A2D-4C79-85CC-421D0917595E}" dt="2023-11-07T22:15:42.453" v="2371"/>
        <pc:sldMkLst>
          <pc:docMk/>
          <pc:sldMk cId="4287853506" sldId="261"/>
        </pc:sldMkLst>
      </pc:sldChg>
      <pc:sldChg chg="modSp del mod">
        <pc:chgData name="Benjamin Robert" userId="bdf697ffd98a8826" providerId="LiveId" clId="{606CDD9B-9A2D-4C79-85CC-421D0917595E}" dt="2023-11-07T21:46:36.100" v="1997" actId="47"/>
        <pc:sldMkLst>
          <pc:docMk/>
          <pc:sldMk cId="1781609409" sldId="262"/>
        </pc:sldMkLst>
      </pc:sldChg>
      <pc:sldChg chg="addSp delSp modSp mod modTransition">
        <pc:chgData name="Benjamin Robert" userId="bdf697ffd98a8826" providerId="LiveId" clId="{606CDD9B-9A2D-4C79-85CC-421D0917595E}" dt="2023-11-07T22:15:42.453" v="2371"/>
        <pc:sldMkLst>
          <pc:docMk/>
          <pc:sldMk cId="2933731509" sldId="263"/>
        </pc:sldMkLst>
      </pc:sldChg>
      <pc:sldChg chg="modSp new del mod">
        <pc:chgData name="Benjamin Robert" userId="bdf697ffd98a8826" providerId="LiveId" clId="{606CDD9B-9A2D-4C79-85CC-421D0917595E}" dt="2023-11-07T21:46:37.521" v="1998" actId="47"/>
        <pc:sldMkLst>
          <pc:docMk/>
          <pc:sldMk cId="3300863653" sldId="264"/>
        </pc:sldMkLst>
      </pc:sldChg>
      <pc:sldChg chg="addSp delSp modSp new del mod ord">
        <pc:chgData name="Benjamin Robert" userId="bdf697ffd98a8826" providerId="LiveId" clId="{606CDD9B-9A2D-4C79-85CC-421D0917595E}" dt="2023-11-07T21:46:34.585" v="1996" actId="47"/>
        <pc:sldMkLst>
          <pc:docMk/>
          <pc:sldMk cId="3293213379" sldId="265"/>
        </pc:sldMkLst>
      </pc:sldChg>
      <pc:sldChg chg="addSp delSp modSp add mod">
        <pc:chgData name="Benjamin Robert" userId="bdf697ffd98a8826" providerId="LiveId" clId="{606CDD9B-9A2D-4C79-85CC-421D0917595E}" dt="2023-11-07T22:15:42.453" v="2371"/>
        <pc:sldMkLst>
          <pc:docMk/>
          <pc:sldMk cId="2976745860" sldId="266"/>
        </pc:sldMkLst>
      </pc:sldChg>
      <pc:sldChg chg="addSp delSp modSp add mod">
        <pc:chgData name="Benjamin Robert" userId="bdf697ffd98a8826" providerId="LiveId" clId="{606CDD9B-9A2D-4C79-85CC-421D0917595E}" dt="2023-11-07T22:15:42.453" v="2371"/>
        <pc:sldMkLst>
          <pc:docMk/>
          <pc:sldMk cId="4176397519" sldId="267"/>
        </pc:sldMkLst>
      </pc:sldChg>
      <pc:sldChg chg="addSp delSp modSp add mod">
        <pc:chgData name="Benjamin Robert" userId="bdf697ffd98a8826" providerId="LiveId" clId="{606CDD9B-9A2D-4C79-85CC-421D0917595E}" dt="2023-11-07T22:15:42.453" v="2371"/>
        <pc:sldMkLst>
          <pc:docMk/>
          <pc:sldMk cId="3309654618" sldId="268"/>
        </pc:sldMkLst>
      </pc:sldChg>
      <pc:sldChg chg="addSp delSp modSp add mod">
        <pc:chgData name="Benjamin Robert" userId="bdf697ffd98a8826" providerId="LiveId" clId="{606CDD9B-9A2D-4C79-85CC-421D0917595E}" dt="2023-11-08T17:34:39.365" v="4669" actId="2085"/>
        <pc:sldMkLst>
          <pc:docMk/>
          <pc:sldMk cId="1367016546" sldId="269"/>
        </pc:sldMkLst>
      </pc:sldChg>
      <pc:sldChg chg="addSp delSp modSp add mod modTransition">
        <pc:chgData name="Benjamin Robert" userId="bdf697ffd98a8826" providerId="LiveId" clId="{606CDD9B-9A2D-4C79-85CC-421D0917595E}" dt="2023-11-07T21:17:20.434" v="1705"/>
        <pc:sldMkLst>
          <pc:docMk/>
          <pc:sldMk cId="4085299714" sldId="270"/>
        </pc:sldMkLst>
      </pc:sldChg>
      <pc:sldChg chg="delSp add del mod modTransition">
        <pc:chgData name="Benjamin Robert" userId="bdf697ffd98a8826" providerId="LiveId" clId="{606CDD9B-9A2D-4C79-85CC-421D0917595E}" dt="2023-11-07T21:18:57.143" v="1708" actId="47"/>
        <pc:sldMkLst>
          <pc:docMk/>
          <pc:sldMk cId="3253442871" sldId="271"/>
        </pc:sldMkLst>
      </pc:sldChg>
      <pc:sldChg chg="addSp delSp modSp add mod modTransition">
        <pc:chgData name="Benjamin Robert" userId="bdf697ffd98a8826" providerId="LiveId" clId="{606CDD9B-9A2D-4C79-85CC-421D0917595E}" dt="2023-11-07T21:16:48.417" v="1702"/>
        <pc:sldMkLst>
          <pc:docMk/>
          <pc:sldMk cId="682175586" sldId="272"/>
        </pc:sldMkLst>
      </pc:sldChg>
      <pc:sldChg chg="addSp delSp modSp add mod modTransition">
        <pc:chgData name="Benjamin Robert" userId="bdf697ffd98a8826" providerId="LiveId" clId="{606CDD9B-9A2D-4C79-85CC-421D0917595E}" dt="2023-11-07T21:16:45.680" v="1700"/>
        <pc:sldMkLst>
          <pc:docMk/>
          <pc:sldMk cId="1851036196" sldId="273"/>
        </pc:sldMkLst>
      </pc:sldChg>
      <pc:sldChg chg="add del">
        <pc:chgData name="Benjamin Robert" userId="bdf697ffd98a8826" providerId="LiveId" clId="{606CDD9B-9A2D-4C79-85CC-421D0917595E}" dt="2023-11-07T21:05:34.187" v="1497" actId="47"/>
        <pc:sldMkLst>
          <pc:docMk/>
          <pc:sldMk cId="2412040307" sldId="273"/>
        </pc:sldMkLst>
      </pc:sldChg>
      <pc:sldChg chg="new del">
        <pc:chgData name="Benjamin Robert" userId="bdf697ffd98a8826" providerId="LiveId" clId="{606CDD9B-9A2D-4C79-85CC-421D0917595E}" dt="2023-11-07T21:08:42.097" v="1583" actId="47"/>
        <pc:sldMkLst>
          <pc:docMk/>
          <pc:sldMk cId="4135153395" sldId="273"/>
        </pc:sldMkLst>
      </pc:sldChg>
      <pc:sldChg chg="addSp delSp modSp add del mod modTransition">
        <pc:chgData name="Benjamin Robert" userId="bdf697ffd98a8826" providerId="LiveId" clId="{606CDD9B-9A2D-4C79-85CC-421D0917595E}" dt="2023-11-07T21:16:16.271" v="1695" actId="47"/>
        <pc:sldMkLst>
          <pc:docMk/>
          <pc:sldMk cId="2610226880" sldId="274"/>
        </pc:sldMkLst>
      </pc:sldChg>
      <pc:sldChg chg="modSp add mod modTransition">
        <pc:chgData name="Benjamin Robert" userId="bdf697ffd98a8826" providerId="LiveId" clId="{606CDD9B-9A2D-4C79-85CC-421D0917595E}" dt="2023-11-07T21:16:40.206" v="1698" actId="1076"/>
        <pc:sldMkLst>
          <pc:docMk/>
          <pc:sldMk cId="2430480307" sldId="275"/>
        </pc:sldMkLst>
      </pc:sldChg>
      <pc:sldChg chg="addSp delSp modSp add mod modTransition">
        <pc:chgData name="Benjamin Robert" userId="bdf697ffd98a8826" providerId="LiveId" clId="{606CDD9B-9A2D-4C79-85CC-421D0917595E}" dt="2023-11-07T21:27:39.586" v="1995"/>
        <pc:sldMkLst>
          <pc:docMk/>
          <pc:sldMk cId="2614231075" sldId="276"/>
        </pc:sldMkLst>
      </pc:sldChg>
      <pc:sldChg chg="delSp modSp add mod modTransition">
        <pc:chgData name="Benjamin Robert" userId="bdf697ffd98a8826" providerId="LiveId" clId="{606CDD9B-9A2D-4C79-85CC-421D0917595E}" dt="2023-11-07T22:15:42.453" v="2371"/>
        <pc:sldMkLst>
          <pc:docMk/>
          <pc:sldMk cId="4134639321" sldId="277"/>
        </pc:sldMkLst>
      </pc:sldChg>
      <pc:sldChg chg="modSp add mod modTransition">
        <pc:chgData name="Benjamin Robert" userId="bdf697ffd98a8826" providerId="LiveId" clId="{606CDD9B-9A2D-4C79-85CC-421D0917595E}" dt="2023-11-07T22:15:42.453" v="2371"/>
        <pc:sldMkLst>
          <pc:docMk/>
          <pc:sldMk cId="1637523650" sldId="278"/>
        </pc:sldMkLst>
      </pc:sldChg>
      <pc:sldChg chg="addSp delSp add del mod">
        <pc:chgData name="Benjamin Robert" userId="bdf697ffd98a8826" providerId="LiveId" clId="{606CDD9B-9A2D-4C79-85CC-421D0917595E}" dt="2023-11-07T21:54:42.927" v="2098" actId="47"/>
        <pc:sldMkLst>
          <pc:docMk/>
          <pc:sldMk cId="3328692098" sldId="279"/>
        </pc:sldMkLst>
      </pc:sldChg>
      <pc:sldChg chg="addSp delSp modSp new mod">
        <pc:chgData name="Benjamin Robert" userId="bdf697ffd98a8826" providerId="LiveId" clId="{606CDD9B-9A2D-4C79-85CC-421D0917595E}" dt="2023-11-07T22:15:42.453" v="2371"/>
        <pc:sldMkLst>
          <pc:docMk/>
          <pc:sldMk cId="44179626" sldId="280"/>
        </pc:sldMkLst>
      </pc:sldChg>
      <pc:sldChg chg="add del">
        <pc:chgData name="Benjamin Robert" userId="bdf697ffd98a8826" providerId="LiveId" clId="{606CDD9B-9A2D-4C79-85CC-421D0917595E}" dt="2023-11-07T21:53:12.977" v="2074" actId="47"/>
        <pc:sldMkLst>
          <pc:docMk/>
          <pc:sldMk cId="2750155985" sldId="281"/>
        </pc:sldMkLst>
      </pc:sldChg>
      <pc:sldChg chg="modSp add mod">
        <pc:chgData name="Benjamin Robert" userId="bdf697ffd98a8826" providerId="LiveId" clId="{606CDD9B-9A2D-4C79-85CC-421D0917595E}" dt="2023-11-07T22:15:42.453" v="2371"/>
        <pc:sldMkLst>
          <pc:docMk/>
          <pc:sldMk cId="3554028605" sldId="281"/>
        </pc:sldMkLst>
      </pc:sldChg>
      <pc:sldChg chg="addSp delSp modSp add mod">
        <pc:chgData name="Benjamin Robert" userId="bdf697ffd98a8826" providerId="LiveId" clId="{606CDD9B-9A2D-4C79-85CC-421D0917595E}" dt="2023-11-07T22:15:42.453" v="2371"/>
        <pc:sldMkLst>
          <pc:docMk/>
          <pc:sldMk cId="1567615400" sldId="282"/>
        </pc:sldMkLst>
      </pc:sldChg>
      <pc:sldChg chg="modSp add mod">
        <pc:chgData name="Benjamin Robert" userId="bdf697ffd98a8826" providerId="LiveId" clId="{606CDD9B-9A2D-4C79-85CC-421D0917595E}" dt="2023-11-07T22:15:42.453" v="2371"/>
        <pc:sldMkLst>
          <pc:docMk/>
          <pc:sldMk cId="1310656602" sldId="283"/>
        </pc:sldMkLst>
      </pc:sldChg>
      <pc:sldChg chg="addSp delSp modSp add mod">
        <pc:chgData name="Benjamin Robert" userId="bdf697ffd98a8826" providerId="LiveId" clId="{606CDD9B-9A2D-4C79-85CC-421D0917595E}" dt="2023-11-07T22:15:42.453" v="2371"/>
        <pc:sldMkLst>
          <pc:docMk/>
          <pc:sldMk cId="3429787734" sldId="284"/>
        </pc:sldMkLst>
      </pc:sldChg>
      <pc:sldChg chg="addSp delSp modSp add del mod">
        <pc:chgData name="Benjamin Robert" userId="bdf697ffd98a8826" providerId="LiveId" clId="{606CDD9B-9A2D-4C79-85CC-421D0917595E}" dt="2023-11-07T22:15:42.453" v="2371"/>
        <pc:sldMkLst>
          <pc:docMk/>
          <pc:sldMk cId="1059915770" sldId="285"/>
        </pc:sldMkLst>
      </pc:sldChg>
      <pc:sldChg chg="addSp delSp modSp add mod">
        <pc:chgData name="Benjamin Robert" userId="bdf697ffd98a8826" providerId="LiveId" clId="{606CDD9B-9A2D-4C79-85CC-421D0917595E}" dt="2023-11-07T22:15:42.453" v="2371"/>
        <pc:sldMkLst>
          <pc:docMk/>
          <pc:sldMk cId="217961152" sldId="286"/>
        </pc:sldMkLst>
      </pc:sldChg>
      <pc:sldChg chg="modSp add mod">
        <pc:chgData name="Benjamin Robert" userId="bdf697ffd98a8826" providerId="LiveId" clId="{606CDD9B-9A2D-4C79-85CC-421D0917595E}" dt="2023-11-07T22:15:42.453" v="2371"/>
        <pc:sldMkLst>
          <pc:docMk/>
          <pc:sldMk cId="312977419" sldId="287"/>
        </pc:sldMkLst>
      </pc:sldChg>
      <pc:sldChg chg="addSp delSp modSp add mod">
        <pc:chgData name="Benjamin Robert" userId="bdf697ffd98a8826" providerId="LiveId" clId="{606CDD9B-9A2D-4C79-85CC-421D0917595E}" dt="2023-11-07T22:15:42.453" v="2371"/>
        <pc:sldMkLst>
          <pc:docMk/>
          <pc:sldMk cId="959204435" sldId="288"/>
        </pc:sldMkLst>
      </pc:sldChg>
      <pc:sldChg chg="modSp add mod">
        <pc:chgData name="Benjamin Robert" userId="bdf697ffd98a8826" providerId="LiveId" clId="{606CDD9B-9A2D-4C79-85CC-421D0917595E}" dt="2023-11-07T22:15:42.453" v="2371"/>
        <pc:sldMkLst>
          <pc:docMk/>
          <pc:sldMk cId="2733626490" sldId="289"/>
        </pc:sldMkLst>
      </pc:sldChg>
      <pc:sldChg chg="addSp delSp modSp add mod">
        <pc:chgData name="Benjamin Robert" userId="bdf697ffd98a8826" providerId="LiveId" clId="{606CDD9B-9A2D-4C79-85CC-421D0917595E}" dt="2023-11-07T22:15:42.453" v="2371"/>
        <pc:sldMkLst>
          <pc:docMk/>
          <pc:sldMk cId="1182391076" sldId="290"/>
        </pc:sldMkLst>
      </pc:sldChg>
      <pc:sldChg chg="addSp modSp add mod">
        <pc:chgData name="Benjamin Robert" userId="bdf697ffd98a8826" providerId="LiveId" clId="{606CDD9B-9A2D-4C79-85CC-421D0917595E}" dt="2023-11-07T22:15:42.453" v="2371"/>
        <pc:sldMkLst>
          <pc:docMk/>
          <pc:sldMk cId="32960323" sldId="291"/>
        </pc:sldMkLst>
      </pc:sldChg>
      <pc:sldChg chg="addSp modSp add mod">
        <pc:chgData name="Benjamin Robert" userId="bdf697ffd98a8826" providerId="LiveId" clId="{606CDD9B-9A2D-4C79-85CC-421D0917595E}" dt="2023-11-07T22:15:42.453" v="2371"/>
        <pc:sldMkLst>
          <pc:docMk/>
          <pc:sldMk cId="3543290598" sldId="292"/>
        </pc:sldMkLst>
      </pc:sldChg>
      <pc:sldChg chg="addSp modSp add mod">
        <pc:chgData name="Benjamin Robert" userId="bdf697ffd98a8826" providerId="LiveId" clId="{606CDD9B-9A2D-4C79-85CC-421D0917595E}" dt="2023-11-07T22:15:42.453" v="2371"/>
        <pc:sldMkLst>
          <pc:docMk/>
          <pc:sldMk cId="1433176206" sldId="293"/>
        </pc:sldMkLst>
      </pc:sldChg>
      <pc:sldChg chg="addSp modSp add mod">
        <pc:chgData name="Benjamin Robert" userId="bdf697ffd98a8826" providerId="LiveId" clId="{606CDD9B-9A2D-4C79-85CC-421D0917595E}" dt="2023-11-07T22:15:42.453" v="2371"/>
        <pc:sldMkLst>
          <pc:docMk/>
          <pc:sldMk cId="1800072261" sldId="294"/>
        </pc:sldMkLst>
      </pc:sldChg>
      <pc:sldChg chg="addSp modSp add mod">
        <pc:chgData name="Benjamin Robert" userId="bdf697ffd98a8826" providerId="LiveId" clId="{606CDD9B-9A2D-4C79-85CC-421D0917595E}" dt="2023-11-07T22:15:42.453" v="2371"/>
        <pc:sldMkLst>
          <pc:docMk/>
          <pc:sldMk cId="3727260870" sldId="295"/>
        </pc:sldMkLst>
      </pc:sldChg>
      <pc:sldChg chg="addSp delSp modSp new mod">
        <pc:chgData name="Benjamin Robert" userId="bdf697ffd98a8826" providerId="LiveId" clId="{606CDD9B-9A2D-4C79-85CC-421D0917595E}" dt="2023-11-08T07:28:06.166" v="2510"/>
        <pc:sldMkLst>
          <pc:docMk/>
          <pc:sldMk cId="1694162040" sldId="296"/>
        </pc:sldMkLst>
      </pc:sldChg>
      <pc:sldChg chg="add del">
        <pc:chgData name="Benjamin Robert" userId="bdf697ffd98a8826" providerId="LiveId" clId="{606CDD9B-9A2D-4C79-85CC-421D0917595E}" dt="2023-11-07T22:08:47.483" v="2189" actId="47"/>
        <pc:sldMkLst>
          <pc:docMk/>
          <pc:sldMk cId="4128946553" sldId="296"/>
        </pc:sldMkLst>
      </pc:sldChg>
      <pc:sldChg chg="add del">
        <pc:chgData name="Benjamin Robert" userId="bdf697ffd98a8826" providerId="LiveId" clId="{606CDD9B-9A2D-4C79-85CC-421D0917595E}" dt="2023-11-07T22:08:48.306" v="2190" actId="47"/>
        <pc:sldMkLst>
          <pc:docMk/>
          <pc:sldMk cId="2359735595" sldId="297"/>
        </pc:sldMkLst>
      </pc:sldChg>
      <pc:sldChg chg="addSp delSp modSp new mod">
        <pc:chgData name="Benjamin Robert" userId="bdf697ffd98a8826" providerId="LiveId" clId="{606CDD9B-9A2D-4C79-85CC-421D0917595E}" dt="2023-11-08T07:49:17.845" v="3009" actId="1076"/>
        <pc:sldMkLst>
          <pc:docMk/>
          <pc:sldMk cId="2516445701" sldId="297"/>
        </pc:sldMkLst>
      </pc:sldChg>
      <pc:sldChg chg="addSp delSp modSp add mod">
        <pc:chgData name="Benjamin Robert" userId="bdf697ffd98a8826" providerId="LiveId" clId="{606CDD9B-9A2D-4C79-85CC-421D0917595E}" dt="2023-11-08T07:35:02.837" v="2770" actId="1076"/>
        <pc:sldMkLst>
          <pc:docMk/>
          <pc:sldMk cId="278425534" sldId="298"/>
        </pc:sldMkLst>
      </pc:sldChg>
      <pc:sldChg chg="add del">
        <pc:chgData name="Benjamin Robert" userId="bdf697ffd98a8826" providerId="LiveId" clId="{606CDD9B-9A2D-4C79-85CC-421D0917595E}" dt="2023-11-07T22:08:48.916" v="2191" actId="47"/>
        <pc:sldMkLst>
          <pc:docMk/>
          <pc:sldMk cId="3574489624" sldId="298"/>
        </pc:sldMkLst>
      </pc:sldChg>
      <pc:sldChg chg="addSp delSp modSp add mod">
        <pc:chgData name="Benjamin Robert" userId="bdf697ffd98a8826" providerId="LiveId" clId="{606CDD9B-9A2D-4C79-85CC-421D0917595E}" dt="2023-11-08T07:43:08.520" v="2798" actId="478"/>
        <pc:sldMkLst>
          <pc:docMk/>
          <pc:sldMk cId="2827785844" sldId="299"/>
        </pc:sldMkLst>
      </pc:sldChg>
      <pc:sldChg chg="addSp delSp modSp add mod">
        <pc:chgData name="Benjamin Robert" userId="bdf697ffd98a8826" providerId="LiveId" clId="{606CDD9B-9A2D-4C79-85CC-421D0917595E}" dt="2023-11-08T07:36:29.359" v="2777" actId="1076"/>
        <pc:sldMkLst>
          <pc:docMk/>
          <pc:sldMk cId="1989543073" sldId="300"/>
        </pc:sldMkLst>
      </pc:sldChg>
      <pc:sldChg chg="addSp delSp modSp add mod">
        <pc:chgData name="Benjamin Robert" userId="bdf697ffd98a8826" providerId="LiveId" clId="{606CDD9B-9A2D-4C79-85CC-421D0917595E}" dt="2023-11-08T07:37:26.498" v="2783" actId="1076"/>
        <pc:sldMkLst>
          <pc:docMk/>
          <pc:sldMk cId="248443024" sldId="301"/>
        </pc:sldMkLst>
      </pc:sldChg>
      <pc:sldChg chg="delSp modSp add mod">
        <pc:chgData name="Benjamin Robert" userId="bdf697ffd98a8826" providerId="LiveId" clId="{606CDD9B-9A2D-4C79-85CC-421D0917595E}" dt="2023-11-08T07:43:11.227" v="2800" actId="1076"/>
        <pc:sldMkLst>
          <pc:docMk/>
          <pc:sldMk cId="2662774853" sldId="302"/>
        </pc:sldMkLst>
      </pc:sldChg>
      <pc:sldChg chg="addSp delSp modSp add mod">
        <pc:chgData name="Benjamin Robert" userId="bdf697ffd98a8826" providerId="LiveId" clId="{606CDD9B-9A2D-4C79-85CC-421D0917595E}" dt="2023-11-08T07:47:17.879" v="2982" actId="20577"/>
        <pc:sldMkLst>
          <pc:docMk/>
          <pc:sldMk cId="1727989895" sldId="303"/>
        </pc:sldMkLst>
      </pc:sldChg>
      <pc:sldChg chg="add">
        <pc:chgData name="Benjamin Robert" userId="bdf697ffd98a8826" providerId="LiveId" clId="{606CDD9B-9A2D-4C79-85CC-421D0917595E}" dt="2023-11-08T08:22:21.642" v="3753"/>
        <pc:sldMkLst>
          <pc:docMk/>
          <pc:sldMk cId="121358287" sldId="304"/>
        </pc:sldMkLst>
      </pc:sldChg>
      <pc:sldChg chg="addSp delSp modSp new del mod">
        <pc:chgData name="Benjamin Robert" userId="bdf697ffd98a8826" providerId="LiveId" clId="{606CDD9B-9A2D-4C79-85CC-421D0917595E}" dt="2023-11-08T08:22:18.179" v="3752" actId="2696"/>
        <pc:sldMkLst>
          <pc:docMk/>
          <pc:sldMk cId="3975624232" sldId="304"/>
        </pc:sldMkLst>
      </pc:sldChg>
      <pc:sldChg chg="add">
        <pc:chgData name="Benjamin Robert" userId="bdf697ffd98a8826" providerId="LiveId" clId="{606CDD9B-9A2D-4C79-85CC-421D0917595E}" dt="2023-11-08T08:22:21.642" v="3753"/>
        <pc:sldMkLst>
          <pc:docMk/>
          <pc:sldMk cId="2615716218" sldId="305"/>
        </pc:sldMkLst>
      </pc:sldChg>
      <pc:sldChg chg="addSp delSp modSp new del mod">
        <pc:chgData name="Benjamin Robert" userId="bdf697ffd98a8826" providerId="LiveId" clId="{606CDD9B-9A2D-4C79-85CC-421D0917595E}" dt="2023-11-08T08:22:18.179" v="3752" actId="2696"/>
        <pc:sldMkLst>
          <pc:docMk/>
          <pc:sldMk cId="2682664801" sldId="305"/>
        </pc:sldMkLst>
      </pc:sldChg>
      <pc:sldChg chg="addSp delSp modSp add del mod">
        <pc:chgData name="Benjamin Robert" userId="bdf697ffd98a8826" providerId="LiveId" clId="{606CDD9B-9A2D-4C79-85CC-421D0917595E}" dt="2023-11-08T08:22:18.179" v="3752" actId="2696"/>
        <pc:sldMkLst>
          <pc:docMk/>
          <pc:sldMk cId="3010551853" sldId="306"/>
        </pc:sldMkLst>
      </pc:sldChg>
      <pc:sldChg chg="add">
        <pc:chgData name="Benjamin Robert" userId="bdf697ffd98a8826" providerId="LiveId" clId="{606CDD9B-9A2D-4C79-85CC-421D0917595E}" dt="2023-11-08T08:22:21.642" v="3753"/>
        <pc:sldMkLst>
          <pc:docMk/>
          <pc:sldMk cId="3411888990" sldId="306"/>
        </pc:sldMkLst>
      </pc:sldChg>
      <pc:sldChg chg="addSp delSp modSp new mod">
        <pc:chgData name="Benjamin Robert" userId="bdf697ffd98a8826" providerId="LiveId" clId="{606CDD9B-9A2D-4C79-85CC-421D0917595E}" dt="2023-11-08T08:33:44.872" v="4120" actId="1076"/>
        <pc:sldMkLst>
          <pc:docMk/>
          <pc:sldMk cId="3077427466" sldId="307"/>
        </pc:sldMkLst>
      </pc:sldChg>
      <pc:sldChg chg="addSp delSp modSp add mod">
        <pc:chgData name="Benjamin Robert" userId="bdf697ffd98a8826" providerId="LiveId" clId="{606CDD9B-9A2D-4C79-85CC-421D0917595E}" dt="2023-11-08T16:46:28.957" v="4251" actId="1076"/>
        <pc:sldMkLst>
          <pc:docMk/>
          <pc:sldMk cId="4274768929" sldId="308"/>
        </pc:sldMkLst>
      </pc:sldChg>
      <pc:sldChg chg="addSp delSp modSp add mod">
        <pc:chgData name="Benjamin Robert" userId="bdf697ffd98a8826" providerId="LiveId" clId="{606CDD9B-9A2D-4C79-85CC-421D0917595E}" dt="2023-11-08T16:32:45.776" v="4154" actId="20577"/>
        <pc:sldMkLst>
          <pc:docMk/>
          <pc:sldMk cId="3499746856" sldId="309"/>
        </pc:sldMkLst>
      </pc:sldChg>
      <pc:sldChg chg="addSp delSp modSp add mod">
        <pc:chgData name="Benjamin Robert" userId="bdf697ffd98a8826" providerId="LiveId" clId="{606CDD9B-9A2D-4C79-85CC-421D0917595E}" dt="2023-11-08T16:39:26.947" v="4186" actId="22"/>
        <pc:sldMkLst>
          <pc:docMk/>
          <pc:sldMk cId="966098507" sldId="310"/>
        </pc:sldMkLst>
      </pc:sldChg>
      <pc:sldChg chg="addSp delSp modSp add mod">
        <pc:chgData name="Benjamin Robert" userId="bdf697ffd98a8826" providerId="LiveId" clId="{606CDD9B-9A2D-4C79-85CC-421D0917595E}" dt="2023-11-08T16:41:48.537" v="4191" actId="1076"/>
        <pc:sldMkLst>
          <pc:docMk/>
          <pc:sldMk cId="3522419719" sldId="311"/>
        </pc:sldMkLst>
      </pc:sldChg>
      <pc:sldChg chg="delSp new mod">
        <pc:chgData name="Benjamin Robert" userId="bdf697ffd98a8826" providerId="LiveId" clId="{606CDD9B-9A2D-4C79-85CC-421D0917595E}" dt="2023-11-08T16:48:06.294" v="4253" actId="478"/>
        <pc:sldMkLst>
          <pc:docMk/>
          <pc:sldMk cId="102530017" sldId="312"/>
        </pc:sldMkLst>
      </pc:sldChg>
      <pc:sldChg chg="addSp delSp modSp add mod">
        <pc:chgData name="Benjamin Robert" userId="bdf697ffd98a8826" providerId="LiveId" clId="{606CDD9B-9A2D-4C79-85CC-421D0917595E}" dt="2023-11-08T16:48:59.095" v="4262" actId="14100"/>
        <pc:sldMkLst>
          <pc:docMk/>
          <pc:sldMk cId="3076549120" sldId="313"/>
        </pc:sldMkLst>
      </pc:sldChg>
      <pc:sldChg chg="modSp add mod">
        <pc:chgData name="Benjamin Robert" userId="bdf697ffd98a8826" providerId="LiveId" clId="{606CDD9B-9A2D-4C79-85CC-421D0917595E}" dt="2023-11-08T16:48:52.992" v="4260" actId="400"/>
        <pc:sldMkLst>
          <pc:docMk/>
          <pc:sldMk cId="1476768358" sldId="314"/>
        </pc:sldMkLst>
      </pc:sldChg>
      <pc:sldChg chg="addSp delSp modSp add mod">
        <pc:chgData name="Benjamin Robert" userId="bdf697ffd98a8826" providerId="LiveId" clId="{606CDD9B-9A2D-4C79-85CC-421D0917595E}" dt="2023-11-08T16:52:45.146" v="4320" actId="12"/>
        <pc:sldMkLst>
          <pc:docMk/>
          <pc:sldMk cId="410452301" sldId="315"/>
        </pc:sldMkLst>
      </pc:sldChg>
      <pc:sldChg chg="addSp modSp add mod">
        <pc:chgData name="Benjamin Robert" userId="bdf697ffd98a8826" providerId="LiveId" clId="{606CDD9B-9A2D-4C79-85CC-421D0917595E}" dt="2023-11-08T16:53:08.438" v="4324" actId="400"/>
        <pc:sldMkLst>
          <pc:docMk/>
          <pc:sldMk cId="15121075" sldId="316"/>
        </pc:sldMkLst>
      </pc:sldChg>
      <pc:sldChg chg="add del">
        <pc:chgData name="Benjamin Robert" userId="bdf697ffd98a8826" providerId="LiveId" clId="{606CDD9B-9A2D-4C79-85CC-421D0917595E}" dt="2023-11-08T16:49:21.664" v="4269"/>
        <pc:sldMkLst>
          <pc:docMk/>
          <pc:sldMk cId="498831765" sldId="316"/>
        </pc:sldMkLst>
      </pc:sldChg>
      <pc:sldChg chg="add del">
        <pc:chgData name="Benjamin Robert" userId="bdf697ffd98a8826" providerId="LiveId" clId="{606CDD9B-9A2D-4C79-85CC-421D0917595E}" dt="2023-11-08T16:49:34.137" v="4274"/>
        <pc:sldMkLst>
          <pc:docMk/>
          <pc:sldMk cId="1172490249" sldId="316"/>
        </pc:sldMkLst>
      </pc:sldChg>
      <pc:sldChg chg="addSp modSp add mod">
        <pc:chgData name="Benjamin Robert" userId="bdf697ffd98a8826" providerId="LiveId" clId="{606CDD9B-9A2D-4C79-85CC-421D0917595E}" dt="2023-11-08T16:55:16.037" v="4339" actId="207"/>
        <pc:sldMkLst>
          <pc:docMk/>
          <pc:sldMk cId="655634133" sldId="317"/>
        </pc:sldMkLst>
      </pc:sldChg>
      <pc:sldChg chg="add del">
        <pc:chgData name="Benjamin Robert" userId="bdf697ffd98a8826" providerId="LiveId" clId="{606CDD9B-9A2D-4C79-85CC-421D0917595E}" dt="2023-11-08T16:49:33.787" v="4273"/>
        <pc:sldMkLst>
          <pc:docMk/>
          <pc:sldMk cId="1626958534" sldId="317"/>
        </pc:sldMkLst>
      </pc:sldChg>
      <pc:sldChg chg="add del">
        <pc:chgData name="Benjamin Robert" userId="bdf697ffd98a8826" providerId="LiveId" clId="{606CDD9B-9A2D-4C79-85CC-421D0917595E}" dt="2023-11-08T16:49:21.528" v="4268"/>
        <pc:sldMkLst>
          <pc:docMk/>
          <pc:sldMk cId="4257549673" sldId="317"/>
        </pc:sldMkLst>
      </pc:sldChg>
      <pc:sldChg chg="addSp delSp modSp add mod">
        <pc:chgData name="Benjamin Robert" userId="bdf697ffd98a8826" providerId="LiveId" clId="{606CDD9B-9A2D-4C79-85CC-421D0917595E}" dt="2023-11-08T16:55:47.749" v="4344" actId="12"/>
        <pc:sldMkLst>
          <pc:docMk/>
          <pc:sldMk cId="2089735605" sldId="318"/>
        </pc:sldMkLst>
      </pc:sldChg>
      <pc:sldChg chg="add del">
        <pc:chgData name="Benjamin Robert" userId="bdf697ffd98a8826" providerId="LiveId" clId="{606CDD9B-9A2D-4C79-85CC-421D0917595E}" dt="2023-11-08T16:49:21.215" v="4267"/>
        <pc:sldMkLst>
          <pc:docMk/>
          <pc:sldMk cId="3490385075" sldId="318"/>
        </pc:sldMkLst>
      </pc:sldChg>
      <pc:sldChg chg="addSp delSp modSp add mod">
        <pc:chgData name="Benjamin Robert" userId="bdf697ffd98a8826" providerId="LiveId" clId="{606CDD9B-9A2D-4C79-85CC-421D0917595E}" dt="2023-11-08T16:58:11.441" v="4476" actId="552"/>
        <pc:sldMkLst>
          <pc:docMk/>
          <pc:sldMk cId="4080522885" sldId="319"/>
        </pc:sldMkLst>
      </pc:sldChg>
      <pc:sldChg chg="addSp delSp modSp add mod">
        <pc:chgData name="Benjamin Robert" userId="bdf697ffd98a8826" providerId="LiveId" clId="{606CDD9B-9A2D-4C79-85CC-421D0917595E}" dt="2023-11-08T16:59:20.644" v="4485" actId="1076"/>
        <pc:sldMkLst>
          <pc:docMk/>
          <pc:sldMk cId="1302240741" sldId="320"/>
        </pc:sldMkLst>
      </pc:sldChg>
      <pc:sldChg chg="addSp delSp modSp add mod">
        <pc:chgData name="Benjamin Robert" userId="bdf697ffd98a8826" providerId="LiveId" clId="{606CDD9B-9A2D-4C79-85CC-421D0917595E}" dt="2023-11-08T17:17:59.809" v="4668" actId="20577"/>
        <pc:sldMkLst>
          <pc:docMk/>
          <pc:sldMk cId="3364691786" sldId="321"/>
        </pc:sldMkLst>
      </pc:sldChg>
      <pc:sldChg chg="addSp delSp modSp add mod">
        <pc:chgData name="Benjamin Robert" userId="bdf697ffd98a8826" providerId="LiveId" clId="{606CDD9B-9A2D-4C79-85CC-421D0917595E}" dt="2023-11-08T17:06:15.111" v="4564" actId="400"/>
        <pc:sldMkLst>
          <pc:docMk/>
          <pc:sldMk cId="1130772838" sldId="322"/>
        </pc:sldMkLst>
      </pc:sldChg>
      <pc:sldChg chg="addSp delSp modSp add mod">
        <pc:chgData name="Benjamin Robert" userId="bdf697ffd98a8826" providerId="LiveId" clId="{606CDD9B-9A2D-4C79-85CC-421D0917595E}" dt="2023-11-08T17:07:17.850" v="4583" actId="1076"/>
        <pc:sldMkLst>
          <pc:docMk/>
          <pc:sldMk cId="558224691" sldId="323"/>
        </pc:sldMkLst>
      </pc:sldChg>
      <pc:sldChg chg="addSp modSp add mod">
        <pc:chgData name="Benjamin Robert" userId="bdf697ffd98a8826" providerId="LiveId" clId="{606CDD9B-9A2D-4C79-85CC-421D0917595E}" dt="2023-11-08T17:07:50.296" v="4588" actId="400"/>
        <pc:sldMkLst>
          <pc:docMk/>
          <pc:sldMk cId="615366645" sldId="324"/>
        </pc:sldMkLst>
      </pc:sldChg>
      <pc:sldChg chg="addSp delSp modSp add mod">
        <pc:chgData name="Benjamin Robert" userId="bdf697ffd98a8826" providerId="LiveId" clId="{606CDD9B-9A2D-4C79-85CC-421D0917595E}" dt="2023-11-08T17:08:54.481" v="4626" actId="1038"/>
        <pc:sldMkLst>
          <pc:docMk/>
          <pc:sldMk cId="260925361" sldId="325"/>
        </pc:sldMkLst>
      </pc:sldChg>
      <pc:sldChg chg="addSp delSp modSp add mod">
        <pc:chgData name="Benjamin Robert" userId="bdf697ffd98a8826" providerId="LiveId" clId="{606CDD9B-9A2D-4C79-85CC-421D0917595E}" dt="2023-11-08T17:09:32.082" v="4632" actId="400"/>
        <pc:sldMkLst>
          <pc:docMk/>
          <pc:sldMk cId="2431365379" sldId="326"/>
        </pc:sldMkLst>
      </pc:sldChg>
      <pc:sldChg chg="addSp delSp modSp add mod">
        <pc:chgData name="Benjamin Robert" userId="bdf697ffd98a8826" providerId="LiveId" clId="{606CDD9B-9A2D-4C79-85CC-421D0917595E}" dt="2023-11-08T17:10:48.227" v="4649" actId="552"/>
        <pc:sldMkLst>
          <pc:docMk/>
          <pc:sldMk cId="2261574063" sldId="327"/>
        </pc:sldMkLst>
      </pc:sldChg>
      <pc:sldChg chg="addSp delSp modSp add mod">
        <pc:chgData name="Benjamin Robert" userId="bdf697ffd98a8826" providerId="LiveId" clId="{606CDD9B-9A2D-4C79-85CC-421D0917595E}" dt="2023-11-08T17:11:23.290" v="4654" actId="400"/>
        <pc:sldMkLst>
          <pc:docMk/>
          <pc:sldMk cId="1696003831" sldId="328"/>
        </pc:sldMkLst>
      </pc:sldChg>
      <pc:sldChg chg="addSp delSp modSp add mod">
        <pc:chgData name="Benjamin Robert" userId="bdf697ffd98a8826" providerId="LiveId" clId="{606CDD9B-9A2D-4C79-85CC-421D0917595E}" dt="2023-11-08T17:11:34.268" v="4656" actId="478"/>
        <pc:sldMkLst>
          <pc:docMk/>
          <pc:sldMk cId="2475790112" sldId="329"/>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9D3E35D-391A-E051-594E-DCABDBBC0611}"/>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74500843-FF4A-63CD-A8F8-8A857A0F1B2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8239ACB4-E3FD-0F5C-5F90-CD9A7B1B2C3D}"/>
              </a:ext>
            </a:extLst>
          </p:cNvPr>
          <p:cNvSpPr>
            <a:spLocks noGrp="1"/>
          </p:cNvSpPr>
          <p:nvPr>
            <p:ph type="dt" sz="half" idx="10"/>
          </p:nvPr>
        </p:nvSpPr>
        <p:spPr/>
        <p:txBody>
          <a:bodyPr/>
          <a:lstStyle/>
          <a:p>
            <a:fld id="{4DD5D1CE-B36B-4FF6-9705-E147FB9A8993}"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E9B196B8-3F2A-C740-1EC9-B5089036E9D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597CFE3-EB06-50B8-3B42-B6FF0093CCA9}"/>
              </a:ext>
            </a:extLst>
          </p:cNvPr>
          <p:cNvSpPr>
            <a:spLocks noGrp="1"/>
          </p:cNvSpPr>
          <p:nvPr>
            <p:ph type="sldNum" sz="quarter" idx="12"/>
          </p:nvPr>
        </p:nvSpPr>
        <p:spPr/>
        <p:txBody>
          <a:bodyPr/>
          <a:lstStyle/>
          <a:p>
            <a:fld id="{20A34296-1234-434B-928E-4F2213CD8944}" type="slidenum">
              <a:rPr lang="fr-FR" smtClean="0"/>
              <a:t>‹N°›</a:t>
            </a:fld>
            <a:endParaRPr lang="fr-FR"/>
          </a:p>
        </p:txBody>
      </p:sp>
    </p:spTree>
    <p:extLst>
      <p:ext uri="{BB962C8B-B14F-4D97-AF65-F5344CB8AC3E}">
        <p14:creationId xmlns:p14="http://schemas.microsoft.com/office/powerpoint/2010/main" val="3323328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365115-FB49-5790-25B3-1AC49D1B8964}"/>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BF2CE3FD-8A0A-FFB4-D306-0B6B5CC13271}"/>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12B24AD-4926-684D-3783-DF897BD1D02C}"/>
              </a:ext>
            </a:extLst>
          </p:cNvPr>
          <p:cNvSpPr>
            <a:spLocks noGrp="1"/>
          </p:cNvSpPr>
          <p:nvPr>
            <p:ph type="dt" sz="half" idx="10"/>
          </p:nvPr>
        </p:nvSpPr>
        <p:spPr/>
        <p:txBody>
          <a:bodyPr/>
          <a:lstStyle/>
          <a:p>
            <a:fld id="{4DD5D1CE-B36B-4FF6-9705-E147FB9A8993}"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FD4BF9B2-D485-2496-6A6D-073E389319D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207F5F6-CDD6-D9C1-7CB0-D9210AE415C7}"/>
              </a:ext>
            </a:extLst>
          </p:cNvPr>
          <p:cNvSpPr>
            <a:spLocks noGrp="1"/>
          </p:cNvSpPr>
          <p:nvPr>
            <p:ph type="sldNum" sz="quarter" idx="12"/>
          </p:nvPr>
        </p:nvSpPr>
        <p:spPr/>
        <p:txBody>
          <a:bodyPr/>
          <a:lstStyle/>
          <a:p>
            <a:fld id="{20A34296-1234-434B-928E-4F2213CD8944}" type="slidenum">
              <a:rPr lang="fr-FR" smtClean="0"/>
              <a:t>‹N°›</a:t>
            </a:fld>
            <a:endParaRPr lang="fr-FR"/>
          </a:p>
        </p:txBody>
      </p:sp>
    </p:spTree>
    <p:extLst>
      <p:ext uri="{BB962C8B-B14F-4D97-AF65-F5344CB8AC3E}">
        <p14:creationId xmlns:p14="http://schemas.microsoft.com/office/powerpoint/2010/main" val="29651449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E12A6B5-7B13-A8F4-2797-7D7944D84A93}"/>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C11875A7-8546-DC2F-06BB-9CEDAD5D542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412A737F-10CE-4D00-DF91-8EBD836020DF}"/>
              </a:ext>
            </a:extLst>
          </p:cNvPr>
          <p:cNvSpPr>
            <a:spLocks noGrp="1"/>
          </p:cNvSpPr>
          <p:nvPr>
            <p:ph type="dt" sz="half" idx="10"/>
          </p:nvPr>
        </p:nvSpPr>
        <p:spPr/>
        <p:txBody>
          <a:bodyPr/>
          <a:lstStyle/>
          <a:p>
            <a:fld id="{4DD5D1CE-B36B-4FF6-9705-E147FB9A8993}"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BA159A12-3B95-BDB8-FBAC-11A4F52FFA3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85FAD34-8415-E3A0-A730-C520FCA748EB}"/>
              </a:ext>
            </a:extLst>
          </p:cNvPr>
          <p:cNvSpPr>
            <a:spLocks noGrp="1"/>
          </p:cNvSpPr>
          <p:nvPr>
            <p:ph type="sldNum" sz="quarter" idx="12"/>
          </p:nvPr>
        </p:nvSpPr>
        <p:spPr/>
        <p:txBody>
          <a:bodyPr/>
          <a:lstStyle/>
          <a:p>
            <a:fld id="{20A34296-1234-434B-928E-4F2213CD8944}" type="slidenum">
              <a:rPr lang="fr-FR" smtClean="0"/>
              <a:t>‹N°›</a:t>
            </a:fld>
            <a:endParaRPr lang="fr-FR"/>
          </a:p>
        </p:txBody>
      </p:sp>
    </p:spTree>
    <p:extLst>
      <p:ext uri="{BB962C8B-B14F-4D97-AF65-F5344CB8AC3E}">
        <p14:creationId xmlns:p14="http://schemas.microsoft.com/office/powerpoint/2010/main" val="23974831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813B68-20F1-3850-B537-4D3E29573BE4}"/>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6FE0333-1AFC-1EFA-DB78-E4EED751E757}"/>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9A12A77D-8F3F-6167-8341-D40EB434CAF5}"/>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F71A0BF1-0EAE-BE1F-E23F-C99DD422B332}"/>
              </a:ext>
            </a:extLst>
          </p:cNvPr>
          <p:cNvSpPr>
            <a:spLocks noGrp="1"/>
          </p:cNvSpPr>
          <p:nvPr>
            <p:ph type="dt" sz="half" idx="10"/>
          </p:nvPr>
        </p:nvSpPr>
        <p:spPr/>
        <p:txBody>
          <a:bodyPr/>
          <a:lstStyle/>
          <a:p>
            <a:fld id="{4DD5D1CE-B36B-4FF6-9705-E147FB9A8993}" type="datetimeFigureOut">
              <a:rPr lang="fr-FR" smtClean="0"/>
              <a:t>07/11/2025</a:t>
            </a:fld>
            <a:endParaRPr lang="fr-FR"/>
          </a:p>
        </p:txBody>
      </p:sp>
      <p:sp>
        <p:nvSpPr>
          <p:cNvPr id="6" name="Espace réservé du pied de page 5">
            <a:extLst>
              <a:ext uri="{FF2B5EF4-FFF2-40B4-BE49-F238E27FC236}">
                <a16:creationId xmlns:a16="http://schemas.microsoft.com/office/drawing/2014/main" id="{41E35EAE-9D47-468C-6B6A-8183ACCB362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647147A3-A914-F05E-6D0E-887DE9284FC8}"/>
              </a:ext>
            </a:extLst>
          </p:cNvPr>
          <p:cNvSpPr>
            <a:spLocks noGrp="1"/>
          </p:cNvSpPr>
          <p:nvPr>
            <p:ph type="sldNum" sz="quarter" idx="12"/>
          </p:nvPr>
        </p:nvSpPr>
        <p:spPr/>
        <p:txBody>
          <a:bodyPr/>
          <a:lstStyle/>
          <a:p>
            <a:fld id="{20A34296-1234-434B-928E-4F2213CD8944}" type="slidenum">
              <a:rPr lang="fr-FR" smtClean="0"/>
              <a:t>‹N°›</a:t>
            </a:fld>
            <a:endParaRPr lang="fr-FR"/>
          </a:p>
        </p:txBody>
      </p:sp>
    </p:spTree>
    <p:extLst>
      <p:ext uri="{BB962C8B-B14F-4D97-AF65-F5344CB8AC3E}">
        <p14:creationId xmlns:p14="http://schemas.microsoft.com/office/powerpoint/2010/main" val="21591249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862C3E8-AED5-9C57-59C5-5037AB740A16}"/>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66AFB40E-4DF1-7805-126E-FB6044CAF7A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D0B52824-34D2-6262-A87F-9063A320BB4C}"/>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7E05F957-0D9D-1614-9175-E5B57493FDF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883E8216-F2E2-0822-E29D-1FD90022315B}"/>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EFC8C6E3-E7F8-FD3E-A9E2-E456CA05D4BD}"/>
              </a:ext>
            </a:extLst>
          </p:cNvPr>
          <p:cNvSpPr>
            <a:spLocks noGrp="1"/>
          </p:cNvSpPr>
          <p:nvPr>
            <p:ph type="dt" sz="half" idx="10"/>
          </p:nvPr>
        </p:nvSpPr>
        <p:spPr/>
        <p:txBody>
          <a:bodyPr/>
          <a:lstStyle/>
          <a:p>
            <a:fld id="{4DD5D1CE-B36B-4FF6-9705-E147FB9A8993}" type="datetimeFigureOut">
              <a:rPr lang="fr-FR" smtClean="0"/>
              <a:t>07/11/2025</a:t>
            </a:fld>
            <a:endParaRPr lang="fr-FR"/>
          </a:p>
        </p:txBody>
      </p:sp>
      <p:sp>
        <p:nvSpPr>
          <p:cNvPr id="8" name="Espace réservé du pied de page 7">
            <a:extLst>
              <a:ext uri="{FF2B5EF4-FFF2-40B4-BE49-F238E27FC236}">
                <a16:creationId xmlns:a16="http://schemas.microsoft.com/office/drawing/2014/main" id="{52DE7509-96AC-FC58-E123-CA6807A04827}"/>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6F5E6691-4D06-C4EC-5F5D-67E37D41C4D8}"/>
              </a:ext>
            </a:extLst>
          </p:cNvPr>
          <p:cNvSpPr>
            <a:spLocks noGrp="1"/>
          </p:cNvSpPr>
          <p:nvPr>
            <p:ph type="sldNum" sz="quarter" idx="12"/>
          </p:nvPr>
        </p:nvSpPr>
        <p:spPr/>
        <p:txBody>
          <a:bodyPr/>
          <a:lstStyle/>
          <a:p>
            <a:fld id="{20A34296-1234-434B-928E-4F2213CD8944}" type="slidenum">
              <a:rPr lang="fr-FR" smtClean="0"/>
              <a:t>‹N°›</a:t>
            </a:fld>
            <a:endParaRPr lang="fr-FR"/>
          </a:p>
        </p:txBody>
      </p:sp>
    </p:spTree>
    <p:extLst>
      <p:ext uri="{BB962C8B-B14F-4D97-AF65-F5344CB8AC3E}">
        <p14:creationId xmlns:p14="http://schemas.microsoft.com/office/powerpoint/2010/main" val="3208411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B7A3C94-0A86-5C39-AC76-BC6347D4021D}"/>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F3D3EEAC-E143-D93D-EBCA-9276F6481C05}"/>
              </a:ext>
            </a:extLst>
          </p:cNvPr>
          <p:cNvSpPr>
            <a:spLocks noGrp="1"/>
          </p:cNvSpPr>
          <p:nvPr>
            <p:ph type="dt" sz="half" idx="10"/>
          </p:nvPr>
        </p:nvSpPr>
        <p:spPr/>
        <p:txBody>
          <a:bodyPr/>
          <a:lstStyle/>
          <a:p>
            <a:fld id="{4DD5D1CE-B36B-4FF6-9705-E147FB9A8993}" type="datetimeFigureOut">
              <a:rPr lang="fr-FR" smtClean="0"/>
              <a:t>07/11/2025</a:t>
            </a:fld>
            <a:endParaRPr lang="fr-FR"/>
          </a:p>
        </p:txBody>
      </p:sp>
      <p:sp>
        <p:nvSpPr>
          <p:cNvPr id="4" name="Espace réservé du pied de page 3">
            <a:extLst>
              <a:ext uri="{FF2B5EF4-FFF2-40B4-BE49-F238E27FC236}">
                <a16:creationId xmlns:a16="http://schemas.microsoft.com/office/drawing/2014/main" id="{C0AE82B3-D4E6-3EA7-CC91-F46DB205C41B}"/>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F763A588-20AB-48A4-63F3-7A242FDACAE4}"/>
              </a:ext>
            </a:extLst>
          </p:cNvPr>
          <p:cNvSpPr>
            <a:spLocks noGrp="1"/>
          </p:cNvSpPr>
          <p:nvPr>
            <p:ph type="sldNum" sz="quarter" idx="12"/>
          </p:nvPr>
        </p:nvSpPr>
        <p:spPr/>
        <p:txBody>
          <a:bodyPr/>
          <a:lstStyle/>
          <a:p>
            <a:fld id="{20A34296-1234-434B-928E-4F2213CD8944}" type="slidenum">
              <a:rPr lang="fr-FR" smtClean="0"/>
              <a:t>‹N°›</a:t>
            </a:fld>
            <a:endParaRPr lang="fr-FR"/>
          </a:p>
        </p:txBody>
      </p:sp>
    </p:spTree>
    <p:extLst>
      <p:ext uri="{BB962C8B-B14F-4D97-AF65-F5344CB8AC3E}">
        <p14:creationId xmlns:p14="http://schemas.microsoft.com/office/powerpoint/2010/main" val="19305977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E441459A-4779-2B42-7F12-95B78A6FB883}"/>
              </a:ext>
            </a:extLst>
          </p:cNvPr>
          <p:cNvSpPr>
            <a:spLocks noGrp="1"/>
          </p:cNvSpPr>
          <p:nvPr>
            <p:ph type="dt" sz="half" idx="10"/>
          </p:nvPr>
        </p:nvSpPr>
        <p:spPr/>
        <p:txBody>
          <a:bodyPr/>
          <a:lstStyle/>
          <a:p>
            <a:fld id="{4DD5D1CE-B36B-4FF6-9705-E147FB9A8993}" type="datetimeFigureOut">
              <a:rPr lang="fr-FR" smtClean="0"/>
              <a:t>07/11/2025</a:t>
            </a:fld>
            <a:endParaRPr lang="fr-FR"/>
          </a:p>
        </p:txBody>
      </p:sp>
      <p:sp>
        <p:nvSpPr>
          <p:cNvPr id="3" name="Espace réservé du pied de page 2">
            <a:extLst>
              <a:ext uri="{FF2B5EF4-FFF2-40B4-BE49-F238E27FC236}">
                <a16:creationId xmlns:a16="http://schemas.microsoft.com/office/drawing/2014/main" id="{E6443840-314E-6A31-69E0-639A9AD0202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2F29936B-46A8-815B-6BEF-2166CB23A167}"/>
              </a:ext>
            </a:extLst>
          </p:cNvPr>
          <p:cNvSpPr>
            <a:spLocks noGrp="1"/>
          </p:cNvSpPr>
          <p:nvPr>
            <p:ph type="sldNum" sz="quarter" idx="12"/>
          </p:nvPr>
        </p:nvSpPr>
        <p:spPr/>
        <p:txBody>
          <a:bodyPr/>
          <a:lstStyle/>
          <a:p>
            <a:fld id="{20A34296-1234-434B-928E-4F2213CD8944}" type="slidenum">
              <a:rPr lang="fr-FR" smtClean="0"/>
              <a:t>‹N°›</a:t>
            </a:fld>
            <a:endParaRPr lang="fr-FR"/>
          </a:p>
        </p:txBody>
      </p:sp>
    </p:spTree>
    <p:extLst>
      <p:ext uri="{BB962C8B-B14F-4D97-AF65-F5344CB8AC3E}">
        <p14:creationId xmlns:p14="http://schemas.microsoft.com/office/powerpoint/2010/main" val="16725488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76A885B-8B9A-4EDA-C630-BBD6097C9ADE}"/>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207B0B36-6AB3-E061-4C9F-8FEF74AAF73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D186A403-5A0C-032E-86FE-3EF6883F7E5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0499C1F0-5FC3-D63C-26A8-7D3E436D0987}"/>
              </a:ext>
            </a:extLst>
          </p:cNvPr>
          <p:cNvSpPr>
            <a:spLocks noGrp="1"/>
          </p:cNvSpPr>
          <p:nvPr>
            <p:ph type="dt" sz="half" idx="10"/>
          </p:nvPr>
        </p:nvSpPr>
        <p:spPr/>
        <p:txBody>
          <a:bodyPr/>
          <a:lstStyle/>
          <a:p>
            <a:fld id="{4DD5D1CE-B36B-4FF6-9705-E147FB9A8993}" type="datetimeFigureOut">
              <a:rPr lang="fr-FR" smtClean="0"/>
              <a:t>07/11/2025</a:t>
            </a:fld>
            <a:endParaRPr lang="fr-FR"/>
          </a:p>
        </p:txBody>
      </p:sp>
      <p:sp>
        <p:nvSpPr>
          <p:cNvPr id="6" name="Espace réservé du pied de page 5">
            <a:extLst>
              <a:ext uri="{FF2B5EF4-FFF2-40B4-BE49-F238E27FC236}">
                <a16:creationId xmlns:a16="http://schemas.microsoft.com/office/drawing/2014/main" id="{DB134EE8-79E6-A79E-EA75-80A8511EBEA1}"/>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1AE7BD7-6963-140A-8A46-4C2702C9AF54}"/>
              </a:ext>
            </a:extLst>
          </p:cNvPr>
          <p:cNvSpPr>
            <a:spLocks noGrp="1"/>
          </p:cNvSpPr>
          <p:nvPr>
            <p:ph type="sldNum" sz="quarter" idx="12"/>
          </p:nvPr>
        </p:nvSpPr>
        <p:spPr/>
        <p:txBody>
          <a:bodyPr/>
          <a:lstStyle/>
          <a:p>
            <a:fld id="{20A34296-1234-434B-928E-4F2213CD8944}" type="slidenum">
              <a:rPr lang="fr-FR" smtClean="0"/>
              <a:t>‹N°›</a:t>
            </a:fld>
            <a:endParaRPr lang="fr-FR"/>
          </a:p>
        </p:txBody>
      </p:sp>
    </p:spTree>
    <p:extLst>
      <p:ext uri="{BB962C8B-B14F-4D97-AF65-F5344CB8AC3E}">
        <p14:creationId xmlns:p14="http://schemas.microsoft.com/office/powerpoint/2010/main" val="40166497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36A3298-6D16-9DA3-446B-87B3C7D076F4}"/>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EB70EEF-0D9E-1A25-AC90-2B869242A70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7704DFF0-F443-9AAA-E0B6-6E58A7A9F3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9A7A621-2BD8-B03A-83BF-EC4972F26071}"/>
              </a:ext>
            </a:extLst>
          </p:cNvPr>
          <p:cNvSpPr>
            <a:spLocks noGrp="1"/>
          </p:cNvSpPr>
          <p:nvPr>
            <p:ph type="dt" sz="half" idx="10"/>
          </p:nvPr>
        </p:nvSpPr>
        <p:spPr/>
        <p:txBody>
          <a:bodyPr/>
          <a:lstStyle/>
          <a:p>
            <a:fld id="{4DD5D1CE-B36B-4FF6-9705-E147FB9A8993}" type="datetimeFigureOut">
              <a:rPr lang="fr-FR" smtClean="0"/>
              <a:t>07/11/2025</a:t>
            </a:fld>
            <a:endParaRPr lang="fr-FR"/>
          </a:p>
        </p:txBody>
      </p:sp>
      <p:sp>
        <p:nvSpPr>
          <p:cNvPr id="6" name="Espace réservé du pied de page 5">
            <a:extLst>
              <a:ext uri="{FF2B5EF4-FFF2-40B4-BE49-F238E27FC236}">
                <a16:creationId xmlns:a16="http://schemas.microsoft.com/office/drawing/2014/main" id="{E82601B8-E7E9-6EC1-7952-6DC5DFF2A11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45A8328A-1887-E974-8819-65BB266E2765}"/>
              </a:ext>
            </a:extLst>
          </p:cNvPr>
          <p:cNvSpPr>
            <a:spLocks noGrp="1"/>
          </p:cNvSpPr>
          <p:nvPr>
            <p:ph type="sldNum" sz="quarter" idx="12"/>
          </p:nvPr>
        </p:nvSpPr>
        <p:spPr/>
        <p:txBody>
          <a:bodyPr/>
          <a:lstStyle/>
          <a:p>
            <a:fld id="{20A34296-1234-434B-928E-4F2213CD8944}" type="slidenum">
              <a:rPr lang="fr-FR" smtClean="0"/>
              <a:t>‹N°›</a:t>
            </a:fld>
            <a:endParaRPr lang="fr-FR"/>
          </a:p>
        </p:txBody>
      </p:sp>
    </p:spTree>
    <p:extLst>
      <p:ext uri="{BB962C8B-B14F-4D97-AF65-F5344CB8AC3E}">
        <p14:creationId xmlns:p14="http://schemas.microsoft.com/office/powerpoint/2010/main" val="24662266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1130712-4C4B-031A-4930-B1DB1584AED1}"/>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9E756BA4-B455-6CC7-B2A2-18FE3ECFE8C9}"/>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D2CB126-E3A1-E0B0-7AD2-6832F672998A}"/>
              </a:ext>
            </a:extLst>
          </p:cNvPr>
          <p:cNvSpPr>
            <a:spLocks noGrp="1"/>
          </p:cNvSpPr>
          <p:nvPr>
            <p:ph type="dt" sz="half" idx="10"/>
          </p:nvPr>
        </p:nvSpPr>
        <p:spPr/>
        <p:txBody>
          <a:bodyPr/>
          <a:lstStyle/>
          <a:p>
            <a:fld id="{4DD5D1CE-B36B-4FF6-9705-E147FB9A8993}"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D26F1EBC-D197-07A5-6AF3-9517687580FF}"/>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650A3E9-8A52-C023-2C00-41661CA65B37}"/>
              </a:ext>
            </a:extLst>
          </p:cNvPr>
          <p:cNvSpPr>
            <a:spLocks noGrp="1"/>
          </p:cNvSpPr>
          <p:nvPr>
            <p:ph type="sldNum" sz="quarter" idx="12"/>
          </p:nvPr>
        </p:nvSpPr>
        <p:spPr/>
        <p:txBody>
          <a:bodyPr/>
          <a:lstStyle/>
          <a:p>
            <a:fld id="{20A34296-1234-434B-928E-4F2213CD8944}" type="slidenum">
              <a:rPr lang="fr-FR" smtClean="0"/>
              <a:t>‹N°›</a:t>
            </a:fld>
            <a:endParaRPr lang="fr-FR"/>
          </a:p>
        </p:txBody>
      </p:sp>
    </p:spTree>
    <p:extLst>
      <p:ext uri="{BB962C8B-B14F-4D97-AF65-F5344CB8AC3E}">
        <p14:creationId xmlns:p14="http://schemas.microsoft.com/office/powerpoint/2010/main" val="13903238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49BF7AAA-8093-998C-9637-2B59D2BB6515}"/>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A657BBDE-821C-0F57-B70A-70977E3D2301}"/>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2606294-F3F1-58B4-128D-52FBFE5BAEF4}"/>
              </a:ext>
            </a:extLst>
          </p:cNvPr>
          <p:cNvSpPr>
            <a:spLocks noGrp="1"/>
          </p:cNvSpPr>
          <p:nvPr>
            <p:ph type="dt" sz="half" idx="10"/>
          </p:nvPr>
        </p:nvSpPr>
        <p:spPr/>
        <p:txBody>
          <a:bodyPr/>
          <a:lstStyle/>
          <a:p>
            <a:fld id="{4DD5D1CE-B36B-4FF6-9705-E147FB9A8993}"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EB9B51D2-6190-6946-CF7C-48C73DC88C0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3D847A5F-6868-E1F1-C96A-E13268ED7A6D}"/>
              </a:ext>
            </a:extLst>
          </p:cNvPr>
          <p:cNvSpPr>
            <a:spLocks noGrp="1"/>
          </p:cNvSpPr>
          <p:nvPr>
            <p:ph type="sldNum" sz="quarter" idx="12"/>
          </p:nvPr>
        </p:nvSpPr>
        <p:spPr/>
        <p:txBody>
          <a:bodyPr/>
          <a:lstStyle/>
          <a:p>
            <a:fld id="{20A34296-1234-434B-928E-4F2213CD8944}" type="slidenum">
              <a:rPr lang="fr-FR" smtClean="0"/>
              <a:t>‹N°›</a:t>
            </a:fld>
            <a:endParaRPr lang="fr-FR"/>
          </a:p>
        </p:txBody>
      </p:sp>
    </p:spTree>
    <p:extLst>
      <p:ext uri="{BB962C8B-B14F-4D97-AF65-F5344CB8AC3E}">
        <p14:creationId xmlns:p14="http://schemas.microsoft.com/office/powerpoint/2010/main" val="40116155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A4B61AFD-9078-88B4-D038-1E5B5F2DBF9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A4680F9C-1B9E-EB7C-A334-0BF20775DA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FF9F0B4-ACD5-F3E0-6357-EA66E4F1242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DD5D1CE-B36B-4FF6-9705-E147FB9A8993}"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BDF10F1C-8B9A-E0CA-0D0D-BF2645B23F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88E327A0-C78A-3BA6-532D-43FD959D9B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A34296-1234-434B-928E-4F2213CD8944}" type="slidenum">
              <a:rPr lang="fr-FR" smtClean="0"/>
              <a:t>‹N°›</a:t>
            </a:fld>
            <a:endParaRPr lang="fr-FR"/>
          </a:p>
        </p:txBody>
      </p:sp>
    </p:spTree>
    <p:extLst>
      <p:ext uri="{BB962C8B-B14F-4D97-AF65-F5344CB8AC3E}">
        <p14:creationId xmlns:p14="http://schemas.microsoft.com/office/powerpoint/2010/main" val="470446135"/>
      </p:ext>
    </p:extLst>
  </p:cSld>
  <p:clrMap bg1="lt1" tx1="dk1" bg2="lt2" tx2="dk2" accent1="accent1" accent2="accent2" accent3="accent3" accent4="accent4" accent5="accent5" accent6="accent6" hlink="hlink" folHlink="folHlink"/>
  <p:sldLayoutIdLst>
    <p:sldLayoutId id="2147483785" r:id="rId1"/>
    <p:sldLayoutId id="2147483786" r:id="rId2"/>
    <p:sldLayoutId id="2147483787" r:id="rId3"/>
    <p:sldLayoutId id="2147483788" r:id="rId4"/>
    <p:sldLayoutId id="2147483789" r:id="rId5"/>
    <p:sldLayoutId id="2147483790" r:id="rId6"/>
    <p:sldLayoutId id="2147483791" r:id="rId7"/>
    <p:sldLayoutId id="2147483792" r:id="rId8"/>
    <p:sldLayoutId id="2147483793" r:id="rId9"/>
    <p:sldLayoutId id="2147483794" r:id="rId10"/>
    <p:sldLayoutId id="2147483795"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svg"/><Relationship Id="rId7"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 Id="rId9" Type="http://schemas.openxmlformats.org/officeDocument/2006/relationships/image" Target="../media/image10.svg"/></Relationships>
</file>

<file path=ppt/slides/_rels/slide12.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svg"/><Relationship Id="rId3" Type="http://schemas.openxmlformats.org/officeDocument/2006/relationships/image" Target="../media/image5.svg"/><Relationship Id="rId7" Type="http://schemas.openxmlformats.org/officeDocument/2006/relationships/image" Target="../media/image8.svg"/><Relationship Id="rId12" Type="http://schemas.openxmlformats.org/officeDocument/2006/relationships/image" Target="../media/image13.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12.svg"/><Relationship Id="rId5" Type="http://schemas.microsoft.com/office/2007/relationships/hdphoto" Target="../media/hdphoto1.wdp"/><Relationship Id="rId10" Type="http://schemas.openxmlformats.org/officeDocument/2006/relationships/image" Target="../media/image11.png"/><Relationship Id="rId4" Type="http://schemas.openxmlformats.org/officeDocument/2006/relationships/image" Target="../media/image6.png"/><Relationship Id="rId9" Type="http://schemas.openxmlformats.org/officeDocument/2006/relationships/image" Target="../media/image10.svg"/></Relationships>
</file>

<file path=ppt/slides/_rels/slide1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6.svg"/><Relationship Id="rId5" Type="http://schemas.microsoft.com/office/2007/relationships/hdphoto" Target="../media/hdphoto1.wdp"/><Relationship Id="rId10" Type="http://schemas.openxmlformats.org/officeDocument/2006/relationships/image" Target="../media/image15.png"/><Relationship Id="rId4" Type="http://schemas.openxmlformats.org/officeDocument/2006/relationships/image" Target="../media/image6.png"/><Relationship Id="rId9" Type="http://schemas.openxmlformats.org/officeDocument/2006/relationships/image" Target="../media/image10.svg"/></Relationships>
</file>

<file path=ppt/slides/_rels/slide14.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20.svg"/><Relationship Id="rId3" Type="http://schemas.openxmlformats.org/officeDocument/2006/relationships/image" Target="../media/image5.svg"/><Relationship Id="rId7" Type="http://schemas.openxmlformats.org/officeDocument/2006/relationships/image" Target="../media/image12.svg"/><Relationship Id="rId12" Type="http://schemas.openxmlformats.org/officeDocument/2006/relationships/image" Target="../media/image19.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microsoft.com/office/2007/relationships/hdphoto" Target="../media/hdphoto1.wdp"/><Relationship Id="rId15" Type="http://schemas.openxmlformats.org/officeDocument/2006/relationships/image" Target="../media/image22.svg"/><Relationship Id="rId10" Type="http://schemas.openxmlformats.org/officeDocument/2006/relationships/image" Target="../media/image17.png"/><Relationship Id="rId4" Type="http://schemas.openxmlformats.org/officeDocument/2006/relationships/image" Target="../media/image6.png"/><Relationship Id="rId9" Type="http://schemas.openxmlformats.org/officeDocument/2006/relationships/image" Target="../media/image10.svg"/><Relationship Id="rId1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microsoft.com/office/2007/relationships/hdphoto" Target="../media/hdphoto2.wdp"/><Relationship Id="rId7" Type="http://schemas.microsoft.com/office/2007/relationships/hdphoto" Target="../media/hdphoto1.wdp"/><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8" Type="http://schemas.openxmlformats.org/officeDocument/2006/relationships/image" Target="../media/image6.png"/><Relationship Id="rId3" Type="http://schemas.microsoft.com/office/2007/relationships/hdphoto" Target="../media/hdphoto2.wdp"/><Relationship Id="rId7" Type="http://schemas.openxmlformats.org/officeDocument/2006/relationships/image" Target="../media/image5.svg"/><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28.svg"/><Relationship Id="rId4" Type="http://schemas.openxmlformats.org/officeDocument/2006/relationships/image" Target="../media/image27.png"/><Relationship Id="rId9" Type="http://schemas.microsoft.com/office/2007/relationships/hdphoto" Target="../media/hdphoto1.wdp"/></Relationships>
</file>

<file path=ppt/slides/_rels/slide18.xml.rels><?xml version="1.0" encoding="UTF-8" standalone="yes"?>
<Relationships xmlns="http://schemas.openxmlformats.org/package/2006/relationships"><Relationship Id="rId8" Type="http://schemas.openxmlformats.org/officeDocument/2006/relationships/image" Target="../media/image6.png"/><Relationship Id="rId3" Type="http://schemas.microsoft.com/office/2007/relationships/hdphoto" Target="../media/hdphoto2.wdp"/><Relationship Id="rId7" Type="http://schemas.openxmlformats.org/officeDocument/2006/relationships/image" Target="../media/image5.svg"/><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28.svg"/><Relationship Id="rId4" Type="http://schemas.openxmlformats.org/officeDocument/2006/relationships/image" Target="../media/image27.png"/><Relationship Id="rId9" Type="http://schemas.microsoft.com/office/2007/relationships/hdphoto" Target="../media/hdphoto1.wdp"/></Relationships>
</file>

<file path=ppt/slides/_rels/slide19.xml.rels><?xml version="1.0" encoding="UTF-8" standalone="yes"?>
<Relationships xmlns="http://schemas.openxmlformats.org/package/2006/relationships"><Relationship Id="rId8" Type="http://schemas.openxmlformats.org/officeDocument/2006/relationships/image" Target="../media/image6.png"/><Relationship Id="rId3" Type="http://schemas.microsoft.com/office/2007/relationships/hdphoto" Target="../media/hdphoto2.wdp"/><Relationship Id="rId7" Type="http://schemas.openxmlformats.org/officeDocument/2006/relationships/image" Target="../media/image5.svg"/><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28.svg"/><Relationship Id="rId4" Type="http://schemas.openxmlformats.org/officeDocument/2006/relationships/image" Target="../media/image27.png"/><Relationship Id="rId9" Type="http://schemas.microsoft.com/office/2007/relationships/hdphoto" Target="../media/hdphoto1.wdp"/></Relationships>
</file>

<file path=ppt/slides/_rels/slide20.xml.rels><?xml version="1.0" encoding="UTF-8" standalone="yes"?>
<Relationships xmlns="http://schemas.openxmlformats.org/package/2006/relationships"><Relationship Id="rId8" Type="http://schemas.openxmlformats.org/officeDocument/2006/relationships/image" Target="../media/image27.png"/><Relationship Id="rId3" Type="http://schemas.microsoft.com/office/2007/relationships/hdphoto" Target="../media/hdphoto2.wdp"/><Relationship Id="rId7" Type="http://schemas.microsoft.com/office/2007/relationships/hdphoto" Target="../media/hdphoto1.wdp"/><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28.svg"/></Relationships>
</file>

<file path=ppt/slides/_rels/slide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28.sv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7.png"/><Relationship Id="rId5" Type="http://schemas.microsoft.com/office/2007/relationships/hdphoto" Target="../media/hdphoto1.wdp"/><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28.sv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7.png"/><Relationship Id="rId5" Type="http://schemas.microsoft.com/office/2007/relationships/hdphoto" Target="../media/hdphoto1.wdp"/><Relationship Id="rId4" Type="http://schemas.openxmlformats.org/officeDocument/2006/relationships/image" Target="../media/image6.png"/></Relationships>
</file>

<file path=ppt/slides/_rels/slide34.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28.sv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7.png"/><Relationship Id="rId5" Type="http://schemas.microsoft.com/office/2007/relationships/hdphoto" Target="../media/hdphoto1.wdp"/><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F54041D4-4DEE-2510-77DF-0E0E82B0D0C8}"/>
              </a:ext>
            </a:extLst>
          </p:cNvPr>
          <p:cNvSpPr txBox="1"/>
          <p:nvPr/>
        </p:nvSpPr>
        <p:spPr>
          <a:xfrm>
            <a:off x="1" y="1942283"/>
            <a:ext cx="12191999" cy="830997"/>
          </a:xfrm>
          <a:prstGeom prst="rect">
            <a:avLst/>
          </a:prstGeom>
          <a:noFill/>
        </p:spPr>
        <p:txBody>
          <a:bodyPr wrap="square" rtlCol="0">
            <a:spAutoFit/>
          </a:bodyPr>
          <a:lstStyle/>
          <a:p>
            <a:pPr algn="ctr"/>
            <a:r>
              <a:rPr lang="fr-FR" sz="4800" dirty="0"/>
              <a:t>Gérer un projet avec </a:t>
            </a:r>
          </a:p>
        </p:txBody>
      </p:sp>
      <p:sp>
        <p:nvSpPr>
          <p:cNvPr id="7" name="ZoneTexte 6">
            <a:extLst>
              <a:ext uri="{FF2B5EF4-FFF2-40B4-BE49-F238E27FC236}">
                <a16:creationId xmlns:a16="http://schemas.microsoft.com/office/drawing/2014/main" id="{F18145A7-A59B-E86E-6989-799766D074E5}"/>
              </a:ext>
            </a:extLst>
          </p:cNvPr>
          <p:cNvSpPr txBox="1"/>
          <p:nvPr/>
        </p:nvSpPr>
        <p:spPr>
          <a:xfrm>
            <a:off x="9679576" y="6248400"/>
            <a:ext cx="2512424" cy="461665"/>
          </a:xfrm>
          <a:prstGeom prst="rect">
            <a:avLst/>
          </a:prstGeom>
          <a:noFill/>
        </p:spPr>
        <p:txBody>
          <a:bodyPr wrap="square" rtlCol="0">
            <a:spAutoFit/>
          </a:bodyPr>
          <a:lstStyle/>
          <a:p>
            <a:pPr algn="ctr"/>
            <a:r>
              <a:rPr lang="fr-FR" sz="2400" dirty="0"/>
              <a:t>Benjamin Robert</a:t>
            </a:r>
          </a:p>
        </p:txBody>
      </p:sp>
      <p:pic>
        <p:nvPicPr>
          <p:cNvPr id="1026" name="Picture 2" descr="Git full logo transparent PNG - StickPNG">
            <a:extLst>
              <a:ext uri="{FF2B5EF4-FFF2-40B4-BE49-F238E27FC236}">
                <a16:creationId xmlns:a16="http://schemas.microsoft.com/office/drawing/2014/main" id="{5E726847-0964-01AB-480A-ADD51298AE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8059" y="2956968"/>
            <a:ext cx="2647950" cy="153352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GitHub Logo, symbol, meaning, history, PNG, brand">
            <a:extLst>
              <a:ext uri="{FF2B5EF4-FFF2-40B4-BE49-F238E27FC236}">
                <a16:creationId xmlns:a16="http://schemas.microsoft.com/office/drawing/2014/main" id="{E10D8C79-A83B-051D-2252-2524E60736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12045" y="2845153"/>
            <a:ext cx="2601004" cy="1462316"/>
          </a:xfrm>
          <a:prstGeom prst="rect">
            <a:avLst/>
          </a:prstGeom>
          <a:noFill/>
          <a:extLst>
            <a:ext uri="{909E8E84-426E-40DD-AFC4-6F175D3DCCD1}">
              <a14:hiddenFill xmlns:a14="http://schemas.microsoft.com/office/drawing/2010/main">
                <a:solidFill>
                  <a:srgbClr val="FFFFFF"/>
                </a:solidFill>
              </a14:hiddenFill>
            </a:ext>
          </a:extLst>
        </p:spPr>
      </p:pic>
      <p:sp>
        <p:nvSpPr>
          <p:cNvPr id="8" name="ZoneTexte 7">
            <a:extLst>
              <a:ext uri="{FF2B5EF4-FFF2-40B4-BE49-F238E27FC236}">
                <a16:creationId xmlns:a16="http://schemas.microsoft.com/office/drawing/2014/main" id="{70EC97A9-C9C2-E981-DD31-BC49159387F3}"/>
              </a:ext>
            </a:extLst>
          </p:cNvPr>
          <p:cNvSpPr txBox="1"/>
          <p:nvPr/>
        </p:nvSpPr>
        <p:spPr>
          <a:xfrm>
            <a:off x="-435428" y="6400688"/>
            <a:ext cx="2512424" cy="369332"/>
          </a:xfrm>
          <a:prstGeom prst="rect">
            <a:avLst/>
          </a:prstGeom>
          <a:noFill/>
        </p:spPr>
        <p:txBody>
          <a:bodyPr wrap="square" rtlCol="0">
            <a:spAutoFit/>
          </a:bodyPr>
          <a:lstStyle/>
          <a:p>
            <a:pPr algn="ctr"/>
            <a:r>
              <a:rPr lang="fr-FR" dirty="0"/>
              <a:t>07/11/2025</a:t>
            </a:r>
          </a:p>
        </p:txBody>
      </p:sp>
      <p:sp>
        <p:nvSpPr>
          <p:cNvPr id="9" name="ZoneTexte 8">
            <a:extLst>
              <a:ext uri="{FF2B5EF4-FFF2-40B4-BE49-F238E27FC236}">
                <a16:creationId xmlns:a16="http://schemas.microsoft.com/office/drawing/2014/main" id="{60233089-E4FF-688F-6F44-C42FF5126A2D}"/>
              </a:ext>
            </a:extLst>
          </p:cNvPr>
          <p:cNvSpPr txBox="1"/>
          <p:nvPr/>
        </p:nvSpPr>
        <p:spPr>
          <a:xfrm>
            <a:off x="4714875" y="3142433"/>
            <a:ext cx="1304925" cy="830997"/>
          </a:xfrm>
          <a:prstGeom prst="rect">
            <a:avLst/>
          </a:prstGeom>
          <a:noFill/>
        </p:spPr>
        <p:txBody>
          <a:bodyPr wrap="square" rtlCol="0">
            <a:spAutoFit/>
          </a:bodyPr>
          <a:lstStyle/>
          <a:p>
            <a:pPr algn="ctr"/>
            <a:r>
              <a:rPr lang="fr-FR" sz="4800" dirty="0"/>
              <a:t>&amp;</a:t>
            </a:r>
          </a:p>
        </p:txBody>
      </p:sp>
    </p:spTree>
    <p:extLst>
      <p:ext uri="{BB962C8B-B14F-4D97-AF65-F5344CB8AC3E}">
        <p14:creationId xmlns:p14="http://schemas.microsoft.com/office/powerpoint/2010/main" val="3992679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EA49CD5-DA26-1245-3A6A-F902D8706D56}"/>
              </a:ext>
            </a:extLst>
          </p:cNvPr>
          <p:cNvSpPr>
            <a:spLocks noGrp="1"/>
          </p:cNvSpPr>
          <p:nvPr>
            <p:ph type="title"/>
          </p:nvPr>
        </p:nvSpPr>
        <p:spPr/>
        <p:txBody>
          <a:bodyPr/>
          <a:lstStyle/>
          <a:p>
            <a:r>
              <a:rPr lang="fr-FR" dirty="0"/>
              <a:t>Sommaire</a:t>
            </a:r>
          </a:p>
        </p:txBody>
      </p:sp>
      <p:sp>
        <p:nvSpPr>
          <p:cNvPr id="3" name="Espace réservé du contenu 2">
            <a:extLst>
              <a:ext uri="{FF2B5EF4-FFF2-40B4-BE49-F238E27FC236}">
                <a16:creationId xmlns:a16="http://schemas.microsoft.com/office/drawing/2014/main" id="{604DC593-53CD-E73F-C182-2902BF42BEED}"/>
              </a:ext>
            </a:extLst>
          </p:cNvPr>
          <p:cNvSpPr>
            <a:spLocks noGrp="1"/>
          </p:cNvSpPr>
          <p:nvPr>
            <p:ph idx="1"/>
          </p:nvPr>
        </p:nvSpPr>
        <p:spPr>
          <a:xfrm>
            <a:off x="785948" y="1625328"/>
            <a:ext cx="10515600" cy="4351338"/>
          </a:xfrm>
        </p:spPr>
        <p:txBody>
          <a:bodyPr>
            <a:normAutofit fontScale="77500" lnSpcReduction="20000"/>
          </a:bodyPr>
          <a:lstStyle/>
          <a:p>
            <a:pPr marL="514350" indent="-514350">
              <a:lnSpc>
                <a:spcPct val="200000"/>
              </a:lnSpc>
              <a:buFont typeface="+mj-lt"/>
              <a:buAutoNum type="arabicPeriod"/>
            </a:pPr>
            <a:r>
              <a:rPr lang="fr-FR" sz="2800" dirty="0"/>
              <a:t>Dépôt local et gestion de versions, pourquoi faire ?</a:t>
            </a:r>
          </a:p>
          <a:p>
            <a:pPr marL="514350" indent="-514350">
              <a:lnSpc>
                <a:spcPct val="200000"/>
              </a:lnSpc>
              <a:buFont typeface="+mj-lt"/>
              <a:buAutoNum type="arabicPeriod"/>
            </a:pPr>
            <a:r>
              <a:rPr lang="fr-FR" dirty="0"/>
              <a:t>Pourquoi utiliser un dépôt distant ?</a:t>
            </a:r>
          </a:p>
          <a:p>
            <a:pPr marL="514350" indent="-514350">
              <a:lnSpc>
                <a:spcPct val="200000"/>
              </a:lnSpc>
              <a:buFont typeface="+mj-lt"/>
              <a:buAutoNum type="arabicPeriod"/>
            </a:pPr>
            <a:r>
              <a:rPr lang="fr-FR" dirty="0"/>
              <a:t>GIT, initier son dépôt local</a:t>
            </a:r>
          </a:p>
          <a:p>
            <a:pPr marL="514350" indent="-514350">
              <a:lnSpc>
                <a:spcPct val="200000"/>
              </a:lnSpc>
              <a:buFont typeface="+mj-lt"/>
              <a:buAutoNum type="arabicPeriod"/>
            </a:pPr>
            <a:r>
              <a:rPr lang="fr-FR" dirty="0" err="1"/>
              <a:t>GITHub</a:t>
            </a:r>
            <a:r>
              <a:rPr lang="fr-FR" dirty="0"/>
              <a:t>, créer son dépôt dans le cloud</a:t>
            </a:r>
          </a:p>
          <a:p>
            <a:pPr marL="514350" indent="-514350">
              <a:lnSpc>
                <a:spcPct val="200000"/>
              </a:lnSpc>
              <a:buFont typeface="+mj-lt"/>
              <a:buAutoNum type="arabicPeriod"/>
            </a:pPr>
            <a:r>
              <a:rPr lang="fr-FR" dirty="0"/>
              <a:t>Travailler avec un dépôt distant</a:t>
            </a:r>
          </a:p>
          <a:p>
            <a:pPr marL="514350" indent="-514350">
              <a:lnSpc>
                <a:spcPct val="200000"/>
              </a:lnSpc>
              <a:buFont typeface="+mj-lt"/>
              <a:buAutoNum type="arabicPeriod"/>
            </a:pPr>
            <a:r>
              <a:rPr lang="fr-FR" dirty="0"/>
              <a:t>Comprendre les branches</a:t>
            </a:r>
          </a:p>
          <a:p>
            <a:pPr marL="514350" indent="-514350">
              <a:lnSpc>
                <a:spcPct val="200000"/>
              </a:lnSpc>
              <a:buFont typeface="+mj-lt"/>
              <a:buAutoNum type="arabicPeriod"/>
            </a:pPr>
            <a:endParaRPr lang="fr-FR" dirty="0"/>
          </a:p>
        </p:txBody>
      </p:sp>
    </p:spTree>
    <p:extLst>
      <p:ext uri="{BB962C8B-B14F-4D97-AF65-F5344CB8AC3E}">
        <p14:creationId xmlns:p14="http://schemas.microsoft.com/office/powerpoint/2010/main" val="6217536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12875D5-B44C-A5DC-90F7-96A4F2D90F23}"/>
              </a:ext>
            </a:extLst>
          </p:cNvPr>
          <p:cNvSpPr>
            <a:spLocks noGrp="1"/>
          </p:cNvSpPr>
          <p:nvPr>
            <p:ph type="title"/>
          </p:nvPr>
        </p:nvSpPr>
        <p:spPr>
          <a:xfrm>
            <a:off x="0" y="365125"/>
            <a:ext cx="12192000" cy="1325563"/>
          </a:xfrm>
        </p:spPr>
        <p:txBody>
          <a:bodyPr>
            <a:normAutofit/>
          </a:bodyPr>
          <a:lstStyle/>
          <a:p>
            <a:pPr algn="ctr"/>
            <a:r>
              <a:rPr lang="fr-FR" sz="4000" dirty="0"/>
              <a:t>Dépôt local et gestion de versions, pourquoi faire ?</a:t>
            </a:r>
          </a:p>
        </p:txBody>
      </p:sp>
      <p:pic>
        <p:nvPicPr>
          <p:cNvPr id="20" name="Picture 2" descr="Git full logo transparent PNG - StickPNG">
            <a:extLst>
              <a:ext uri="{FF2B5EF4-FFF2-40B4-BE49-F238E27FC236}">
                <a16:creationId xmlns:a16="http://schemas.microsoft.com/office/drawing/2014/main" id="{370156B7-8DCE-0FEB-6E22-525B698E9F2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743" r="25005"/>
          <a:stretch/>
        </p:blipFill>
        <p:spPr bwMode="auto">
          <a:xfrm>
            <a:off x="400595" y="4761004"/>
            <a:ext cx="1463040" cy="1533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25535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9FE63-3C49-0962-46FB-EB605CE59D6D}"/>
            </a:ext>
          </a:extLst>
        </p:cNvPr>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B30A201A-EF7D-13B1-67F5-92AF5F7187DF}"/>
              </a:ext>
            </a:extLst>
          </p:cNvPr>
          <p:cNvSpPr>
            <a:spLocks noGrp="1"/>
          </p:cNvSpPr>
          <p:nvPr>
            <p:ph idx="1"/>
          </p:nvPr>
        </p:nvSpPr>
        <p:spPr>
          <a:xfrm>
            <a:off x="411480" y="1694996"/>
            <a:ext cx="5484223" cy="4351338"/>
          </a:xfrm>
        </p:spPr>
        <p:txBody>
          <a:bodyPr>
            <a:normAutofit/>
          </a:bodyPr>
          <a:lstStyle/>
          <a:p>
            <a:r>
              <a:rPr lang="fr-FR" sz="2400" dirty="0"/>
              <a:t>Garder un historique des modifications</a:t>
            </a:r>
          </a:p>
        </p:txBody>
      </p:sp>
      <p:cxnSp>
        <p:nvCxnSpPr>
          <p:cNvPr id="7" name="Connecteur droit 6">
            <a:extLst>
              <a:ext uri="{FF2B5EF4-FFF2-40B4-BE49-F238E27FC236}">
                <a16:creationId xmlns:a16="http://schemas.microsoft.com/office/drawing/2014/main" id="{3F648CF1-DD71-FEBF-2A97-FA5C263004D1}"/>
              </a:ext>
            </a:extLst>
          </p:cNvPr>
          <p:cNvCxnSpPr>
            <a:cxnSpLocks/>
          </p:cNvCxnSpPr>
          <p:nvPr/>
        </p:nvCxnSpPr>
        <p:spPr>
          <a:xfrm>
            <a:off x="2647408" y="5355772"/>
            <a:ext cx="2447106" cy="0"/>
          </a:xfrm>
          <a:prstGeom prst="line">
            <a:avLst/>
          </a:prstGeom>
          <a:ln w="76200">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8" name="Ellipse 7">
            <a:extLst>
              <a:ext uri="{FF2B5EF4-FFF2-40B4-BE49-F238E27FC236}">
                <a16:creationId xmlns:a16="http://schemas.microsoft.com/office/drawing/2014/main" id="{59678286-1B17-ED4E-0051-25DB30493A0D}"/>
              </a:ext>
            </a:extLst>
          </p:cNvPr>
          <p:cNvSpPr/>
          <p:nvPr/>
        </p:nvSpPr>
        <p:spPr>
          <a:xfrm>
            <a:off x="2342361" y="5033556"/>
            <a:ext cx="653142" cy="653143"/>
          </a:xfrm>
          <a:prstGeom prst="ellipse">
            <a:avLst/>
          </a:prstGeom>
          <a:solidFill>
            <a:schemeClr val="bg1"/>
          </a:solid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8F6BF302-71BE-9BE9-DBD4-C302A2F949D9}"/>
              </a:ext>
            </a:extLst>
          </p:cNvPr>
          <p:cNvSpPr txBox="1"/>
          <p:nvPr/>
        </p:nvSpPr>
        <p:spPr>
          <a:xfrm>
            <a:off x="2281647" y="5843453"/>
            <a:ext cx="774571" cy="369332"/>
          </a:xfrm>
          <a:prstGeom prst="rect">
            <a:avLst/>
          </a:prstGeom>
          <a:noFill/>
        </p:spPr>
        <p:txBody>
          <a:bodyPr wrap="none" rtlCol="0">
            <a:spAutoFit/>
          </a:bodyPr>
          <a:lstStyle/>
          <a:p>
            <a:r>
              <a:rPr lang="fr-FR" dirty="0"/>
              <a:t>08h00</a:t>
            </a:r>
          </a:p>
        </p:txBody>
      </p:sp>
      <p:pic>
        <p:nvPicPr>
          <p:cNvPr id="20" name="Picture 2" descr="Git full logo transparent PNG - StickPNG">
            <a:extLst>
              <a:ext uri="{FF2B5EF4-FFF2-40B4-BE49-F238E27FC236}">
                <a16:creationId xmlns:a16="http://schemas.microsoft.com/office/drawing/2014/main" id="{57C815B2-D8D9-2BD5-E345-680C1715C60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743" r="25005"/>
          <a:stretch/>
        </p:blipFill>
        <p:spPr bwMode="auto">
          <a:xfrm>
            <a:off x="400595" y="4761004"/>
            <a:ext cx="1463040" cy="1533525"/>
          </a:xfrm>
          <a:prstGeom prst="rect">
            <a:avLst/>
          </a:prstGeom>
          <a:noFill/>
          <a:extLst>
            <a:ext uri="{909E8E84-426E-40DD-AFC4-6F175D3DCCD1}">
              <a14:hiddenFill xmlns:a14="http://schemas.microsoft.com/office/drawing/2010/main">
                <a:solidFill>
                  <a:srgbClr val="FFFFFF"/>
                </a:solidFill>
              </a14:hiddenFill>
            </a:ext>
          </a:extLst>
        </p:spPr>
      </p:pic>
      <p:sp>
        <p:nvSpPr>
          <p:cNvPr id="6" name="Titre 1">
            <a:extLst>
              <a:ext uri="{FF2B5EF4-FFF2-40B4-BE49-F238E27FC236}">
                <a16:creationId xmlns:a16="http://schemas.microsoft.com/office/drawing/2014/main" id="{4CD447E5-82DA-E44B-C5B8-58478EE4ADF8}"/>
              </a:ext>
            </a:extLst>
          </p:cNvPr>
          <p:cNvSpPr>
            <a:spLocks noGrp="1"/>
          </p:cNvSpPr>
          <p:nvPr>
            <p:ph type="title"/>
          </p:nvPr>
        </p:nvSpPr>
        <p:spPr>
          <a:xfrm>
            <a:off x="0" y="365125"/>
            <a:ext cx="12192000" cy="1325563"/>
          </a:xfrm>
        </p:spPr>
        <p:txBody>
          <a:bodyPr>
            <a:normAutofit/>
          </a:bodyPr>
          <a:lstStyle/>
          <a:p>
            <a:pPr algn="ctr"/>
            <a:r>
              <a:rPr lang="fr-FR" sz="4000" dirty="0"/>
              <a:t>Dépôt local et gestion de versions, pourquoi faire ?</a:t>
            </a:r>
          </a:p>
        </p:txBody>
      </p:sp>
    </p:spTree>
    <p:extLst>
      <p:ext uri="{BB962C8B-B14F-4D97-AF65-F5344CB8AC3E}">
        <p14:creationId xmlns:p14="http://schemas.microsoft.com/office/powerpoint/2010/main" val="37312185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C53180F2-98DE-D787-5B08-2A94146C185A}"/>
              </a:ext>
            </a:extLst>
          </p:cNvPr>
          <p:cNvSpPr>
            <a:spLocks noGrp="1"/>
          </p:cNvSpPr>
          <p:nvPr>
            <p:ph idx="1"/>
          </p:nvPr>
        </p:nvSpPr>
        <p:spPr>
          <a:xfrm>
            <a:off x="411480" y="1694996"/>
            <a:ext cx="5484223" cy="4351338"/>
          </a:xfrm>
        </p:spPr>
        <p:txBody>
          <a:bodyPr>
            <a:normAutofit/>
          </a:bodyPr>
          <a:lstStyle/>
          <a:p>
            <a:r>
              <a:rPr lang="fr-FR" sz="2400" dirty="0"/>
              <a:t>Garder un historique des modifications</a:t>
            </a:r>
          </a:p>
        </p:txBody>
      </p:sp>
      <p:cxnSp>
        <p:nvCxnSpPr>
          <p:cNvPr id="7" name="Connecteur droit 6">
            <a:extLst>
              <a:ext uri="{FF2B5EF4-FFF2-40B4-BE49-F238E27FC236}">
                <a16:creationId xmlns:a16="http://schemas.microsoft.com/office/drawing/2014/main" id="{F413FE76-84EC-F7B2-4D63-F3AFF6677F9D}"/>
              </a:ext>
            </a:extLst>
          </p:cNvPr>
          <p:cNvCxnSpPr>
            <a:cxnSpLocks/>
          </p:cNvCxnSpPr>
          <p:nvPr/>
        </p:nvCxnSpPr>
        <p:spPr>
          <a:xfrm>
            <a:off x="2647408" y="5355772"/>
            <a:ext cx="4450078" cy="0"/>
          </a:xfrm>
          <a:prstGeom prst="line">
            <a:avLst/>
          </a:prstGeom>
          <a:ln w="76200">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8" name="Ellipse 7">
            <a:extLst>
              <a:ext uri="{FF2B5EF4-FFF2-40B4-BE49-F238E27FC236}">
                <a16:creationId xmlns:a16="http://schemas.microsoft.com/office/drawing/2014/main" id="{91EC7FDB-BE0C-DC20-427F-DD7F8C461D59}"/>
              </a:ext>
            </a:extLst>
          </p:cNvPr>
          <p:cNvSpPr/>
          <p:nvPr/>
        </p:nvSpPr>
        <p:spPr>
          <a:xfrm>
            <a:off x="2342361" y="5033556"/>
            <a:ext cx="653142" cy="653143"/>
          </a:xfrm>
          <a:prstGeom prst="ellipse">
            <a:avLst/>
          </a:prstGeom>
          <a:solidFill>
            <a:schemeClr val="bg1"/>
          </a:solid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D068E2F7-69B1-A882-5E70-21CE4E0B56B3}"/>
              </a:ext>
            </a:extLst>
          </p:cNvPr>
          <p:cNvSpPr/>
          <p:nvPr/>
        </p:nvSpPr>
        <p:spPr>
          <a:xfrm>
            <a:off x="5168293" y="5011785"/>
            <a:ext cx="653142" cy="653143"/>
          </a:xfrm>
          <a:prstGeom prst="ellipse">
            <a:avLst/>
          </a:prstGeom>
          <a:ln w="76200"/>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5D87D617-965D-7C56-A7A6-EAA903533716}"/>
              </a:ext>
            </a:extLst>
          </p:cNvPr>
          <p:cNvSpPr txBox="1"/>
          <p:nvPr/>
        </p:nvSpPr>
        <p:spPr>
          <a:xfrm>
            <a:off x="2281647" y="5843453"/>
            <a:ext cx="774571" cy="369332"/>
          </a:xfrm>
          <a:prstGeom prst="rect">
            <a:avLst/>
          </a:prstGeom>
          <a:noFill/>
        </p:spPr>
        <p:txBody>
          <a:bodyPr wrap="none" rtlCol="0">
            <a:spAutoFit/>
          </a:bodyPr>
          <a:lstStyle/>
          <a:p>
            <a:r>
              <a:rPr lang="fr-FR" dirty="0"/>
              <a:t>08h00</a:t>
            </a:r>
          </a:p>
        </p:txBody>
      </p:sp>
      <p:sp>
        <p:nvSpPr>
          <p:cNvPr id="12" name="ZoneTexte 11">
            <a:extLst>
              <a:ext uri="{FF2B5EF4-FFF2-40B4-BE49-F238E27FC236}">
                <a16:creationId xmlns:a16="http://schemas.microsoft.com/office/drawing/2014/main" id="{F341DD64-99F9-D34B-CC9A-A6915D93CA2B}"/>
              </a:ext>
            </a:extLst>
          </p:cNvPr>
          <p:cNvSpPr txBox="1"/>
          <p:nvPr/>
        </p:nvSpPr>
        <p:spPr>
          <a:xfrm>
            <a:off x="5107579" y="5843453"/>
            <a:ext cx="774571" cy="369332"/>
          </a:xfrm>
          <a:prstGeom prst="rect">
            <a:avLst/>
          </a:prstGeom>
          <a:noFill/>
        </p:spPr>
        <p:txBody>
          <a:bodyPr wrap="none" rtlCol="0">
            <a:spAutoFit/>
          </a:bodyPr>
          <a:lstStyle/>
          <a:p>
            <a:r>
              <a:rPr lang="fr-FR" dirty="0"/>
              <a:t>08h32</a:t>
            </a:r>
          </a:p>
        </p:txBody>
      </p:sp>
      <p:pic>
        <p:nvPicPr>
          <p:cNvPr id="20" name="Picture 2" descr="Git full logo transparent PNG - StickPNG">
            <a:extLst>
              <a:ext uri="{FF2B5EF4-FFF2-40B4-BE49-F238E27FC236}">
                <a16:creationId xmlns:a16="http://schemas.microsoft.com/office/drawing/2014/main" id="{370156B7-8DCE-0FEB-6E22-525B698E9F2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743" r="25005"/>
          <a:stretch/>
        </p:blipFill>
        <p:spPr bwMode="auto">
          <a:xfrm>
            <a:off x="400595" y="4761004"/>
            <a:ext cx="1463040" cy="1533525"/>
          </a:xfrm>
          <a:prstGeom prst="rect">
            <a:avLst/>
          </a:prstGeom>
          <a:noFill/>
          <a:extLst>
            <a:ext uri="{909E8E84-426E-40DD-AFC4-6F175D3DCCD1}">
              <a14:hiddenFill xmlns:a14="http://schemas.microsoft.com/office/drawing/2010/main">
                <a:solidFill>
                  <a:srgbClr val="FFFFFF"/>
                </a:solidFill>
              </a14:hiddenFill>
            </a:ext>
          </a:extLst>
        </p:spPr>
      </p:pic>
      <p:sp>
        <p:nvSpPr>
          <p:cNvPr id="6" name="Titre 1">
            <a:extLst>
              <a:ext uri="{FF2B5EF4-FFF2-40B4-BE49-F238E27FC236}">
                <a16:creationId xmlns:a16="http://schemas.microsoft.com/office/drawing/2014/main" id="{B02B2ACF-B1F0-ECED-7821-290A414F77DA}"/>
              </a:ext>
            </a:extLst>
          </p:cNvPr>
          <p:cNvSpPr>
            <a:spLocks noGrp="1"/>
          </p:cNvSpPr>
          <p:nvPr>
            <p:ph type="title"/>
          </p:nvPr>
        </p:nvSpPr>
        <p:spPr>
          <a:xfrm>
            <a:off x="0" y="365125"/>
            <a:ext cx="12192000" cy="1325563"/>
          </a:xfrm>
        </p:spPr>
        <p:txBody>
          <a:bodyPr>
            <a:normAutofit/>
          </a:bodyPr>
          <a:lstStyle/>
          <a:p>
            <a:pPr algn="ctr"/>
            <a:r>
              <a:rPr lang="fr-FR" sz="4000" dirty="0"/>
              <a:t>Dépôt local et gestion de versions, pourquoi faire ?</a:t>
            </a:r>
          </a:p>
        </p:txBody>
      </p:sp>
    </p:spTree>
    <p:extLst>
      <p:ext uri="{BB962C8B-B14F-4D97-AF65-F5344CB8AC3E}">
        <p14:creationId xmlns:p14="http://schemas.microsoft.com/office/powerpoint/2010/main" val="41346393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C53180F2-98DE-D787-5B08-2A94146C185A}"/>
              </a:ext>
            </a:extLst>
          </p:cNvPr>
          <p:cNvSpPr>
            <a:spLocks noGrp="1"/>
          </p:cNvSpPr>
          <p:nvPr>
            <p:ph idx="1"/>
          </p:nvPr>
        </p:nvSpPr>
        <p:spPr>
          <a:xfrm>
            <a:off x="411480" y="1694996"/>
            <a:ext cx="5484223" cy="4351338"/>
          </a:xfrm>
        </p:spPr>
        <p:txBody>
          <a:bodyPr>
            <a:normAutofit/>
          </a:bodyPr>
          <a:lstStyle/>
          <a:p>
            <a:r>
              <a:rPr lang="fr-FR" sz="2400" dirty="0"/>
              <a:t>Garder un historique des modifications</a:t>
            </a:r>
          </a:p>
        </p:txBody>
      </p:sp>
      <p:cxnSp>
        <p:nvCxnSpPr>
          <p:cNvPr id="7" name="Connecteur droit 6">
            <a:extLst>
              <a:ext uri="{FF2B5EF4-FFF2-40B4-BE49-F238E27FC236}">
                <a16:creationId xmlns:a16="http://schemas.microsoft.com/office/drawing/2014/main" id="{F413FE76-84EC-F7B2-4D63-F3AFF6677F9D}"/>
              </a:ext>
            </a:extLst>
          </p:cNvPr>
          <p:cNvCxnSpPr/>
          <p:nvPr/>
        </p:nvCxnSpPr>
        <p:spPr>
          <a:xfrm>
            <a:off x="2647408" y="5355772"/>
            <a:ext cx="6757851" cy="0"/>
          </a:xfrm>
          <a:prstGeom prst="line">
            <a:avLst/>
          </a:prstGeom>
          <a:ln w="76200">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8" name="Ellipse 7">
            <a:extLst>
              <a:ext uri="{FF2B5EF4-FFF2-40B4-BE49-F238E27FC236}">
                <a16:creationId xmlns:a16="http://schemas.microsoft.com/office/drawing/2014/main" id="{91EC7FDB-BE0C-DC20-427F-DD7F8C461D59}"/>
              </a:ext>
            </a:extLst>
          </p:cNvPr>
          <p:cNvSpPr/>
          <p:nvPr/>
        </p:nvSpPr>
        <p:spPr>
          <a:xfrm>
            <a:off x="2342361" y="5033556"/>
            <a:ext cx="653142" cy="653143"/>
          </a:xfrm>
          <a:prstGeom prst="ellipse">
            <a:avLst/>
          </a:prstGeom>
          <a:solidFill>
            <a:schemeClr val="bg1"/>
          </a:solid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D068E2F7-69B1-A882-5E70-21CE4E0B56B3}"/>
              </a:ext>
            </a:extLst>
          </p:cNvPr>
          <p:cNvSpPr/>
          <p:nvPr/>
        </p:nvSpPr>
        <p:spPr>
          <a:xfrm>
            <a:off x="5168293" y="5011785"/>
            <a:ext cx="653142" cy="653143"/>
          </a:xfrm>
          <a:prstGeom prst="ellipse">
            <a:avLst/>
          </a:prstGeom>
          <a:ln w="76200"/>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D9A3E253-4FFF-C519-3CC5-94A034506966}"/>
              </a:ext>
            </a:extLst>
          </p:cNvPr>
          <p:cNvSpPr/>
          <p:nvPr/>
        </p:nvSpPr>
        <p:spPr>
          <a:xfrm>
            <a:off x="7872550" y="4990013"/>
            <a:ext cx="722811" cy="731520"/>
          </a:xfrm>
          <a:prstGeom prst="ellipse">
            <a:avLst/>
          </a:prstGeom>
          <a:blipFill>
            <a:blip r:embed="rId2"/>
            <a:tile tx="0" ty="0" sx="100000" sy="100000" flip="none" algn="tl"/>
          </a:blipFill>
          <a:ln w="38100">
            <a:prstDash val="sysDot"/>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5D87D617-965D-7C56-A7A6-EAA903533716}"/>
              </a:ext>
            </a:extLst>
          </p:cNvPr>
          <p:cNvSpPr txBox="1"/>
          <p:nvPr/>
        </p:nvSpPr>
        <p:spPr>
          <a:xfrm>
            <a:off x="2281647" y="5843453"/>
            <a:ext cx="774571" cy="369332"/>
          </a:xfrm>
          <a:prstGeom prst="rect">
            <a:avLst/>
          </a:prstGeom>
          <a:noFill/>
        </p:spPr>
        <p:txBody>
          <a:bodyPr wrap="none" rtlCol="0">
            <a:spAutoFit/>
          </a:bodyPr>
          <a:lstStyle/>
          <a:p>
            <a:r>
              <a:rPr lang="fr-FR" dirty="0"/>
              <a:t>08h00</a:t>
            </a:r>
          </a:p>
        </p:txBody>
      </p:sp>
      <p:sp>
        <p:nvSpPr>
          <p:cNvPr id="12" name="ZoneTexte 11">
            <a:extLst>
              <a:ext uri="{FF2B5EF4-FFF2-40B4-BE49-F238E27FC236}">
                <a16:creationId xmlns:a16="http://schemas.microsoft.com/office/drawing/2014/main" id="{F341DD64-99F9-D34B-CC9A-A6915D93CA2B}"/>
              </a:ext>
            </a:extLst>
          </p:cNvPr>
          <p:cNvSpPr txBox="1"/>
          <p:nvPr/>
        </p:nvSpPr>
        <p:spPr>
          <a:xfrm>
            <a:off x="5107579" y="5843453"/>
            <a:ext cx="774571" cy="369332"/>
          </a:xfrm>
          <a:prstGeom prst="rect">
            <a:avLst/>
          </a:prstGeom>
          <a:noFill/>
        </p:spPr>
        <p:txBody>
          <a:bodyPr wrap="none" rtlCol="0">
            <a:spAutoFit/>
          </a:bodyPr>
          <a:lstStyle/>
          <a:p>
            <a:r>
              <a:rPr lang="fr-FR" dirty="0"/>
              <a:t>08h32</a:t>
            </a:r>
          </a:p>
        </p:txBody>
      </p:sp>
      <p:sp>
        <p:nvSpPr>
          <p:cNvPr id="13" name="ZoneTexte 12">
            <a:extLst>
              <a:ext uri="{FF2B5EF4-FFF2-40B4-BE49-F238E27FC236}">
                <a16:creationId xmlns:a16="http://schemas.microsoft.com/office/drawing/2014/main" id="{7D5BD058-B701-C6CE-17E2-8C0F063B01E9}"/>
              </a:ext>
            </a:extLst>
          </p:cNvPr>
          <p:cNvSpPr txBox="1"/>
          <p:nvPr/>
        </p:nvSpPr>
        <p:spPr>
          <a:xfrm>
            <a:off x="7846670" y="5843453"/>
            <a:ext cx="774571" cy="369332"/>
          </a:xfrm>
          <a:prstGeom prst="rect">
            <a:avLst/>
          </a:prstGeom>
          <a:noFill/>
        </p:spPr>
        <p:txBody>
          <a:bodyPr wrap="none" rtlCol="0">
            <a:spAutoFit/>
          </a:bodyPr>
          <a:lstStyle/>
          <a:p>
            <a:r>
              <a:rPr lang="fr-FR" dirty="0"/>
              <a:t>09h56</a:t>
            </a:r>
          </a:p>
        </p:txBody>
      </p:sp>
      <p:pic>
        <p:nvPicPr>
          <p:cNvPr id="20" name="Picture 2" descr="Git full logo transparent PNG - StickPNG">
            <a:extLst>
              <a:ext uri="{FF2B5EF4-FFF2-40B4-BE49-F238E27FC236}">
                <a16:creationId xmlns:a16="http://schemas.microsoft.com/office/drawing/2014/main" id="{370156B7-8DCE-0FEB-6E22-525B698E9F2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743" r="25005"/>
          <a:stretch/>
        </p:blipFill>
        <p:spPr bwMode="auto">
          <a:xfrm>
            <a:off x="400595" y="4761004"/>
            <a:ext cx="1463040" cy="1533525"/>
          </a:xfrm>
          <a:prstGeom prst="rect">
            <a:avLst/>
          </a:prstGeom>
          <a:noFill/>
          <a:extLst>
            <a:ext uri="{909E8E84-426E-40DD-AFC4-6F175D3DCCD1}">
              <a14:hiddenFill xmlns:a14="http://schemas.microsoft.com/office/drawing/2010/main">
                <a:solidFill>
                  <a:srgbClr val="FFFFFF"/>
                </a:solidFill>
              </a14:hiddenFill>
            </a:ext>
          </a:extLst>
        </p:spPr>
      </p:pic>
      <p:sp>
        <p:nvSpPr>
          <p:cNvPr id="6" name="Titre 1">
            <a:extLst>
              <a:ext uri="{FF2B5EF4-FFF2-40B4-BE49-F238E27FC236}">
                <a16:creationId xmlns:a16="http://schemas.microsoft.com/office/drawing/2014/main" id="{B12CBA71-5602-F672-BC32-E114649F7472}"/>
              </a:ext>
            </a:extLst>
          </p:cNvPr>
          <p:cNvSpPr>
            <a:spLocks noGrp="1"/>
          </p:cNvSpPr>
          <p:nvPr>
            <p:ph type="title"/>
          </p:nvPr>
        </p:nvSpPr>
        <p:spPr>
          <a:xfrm>
            <a:off x="0" y="365125"/>
            <a:ext cx="12192000" cy="1325563"/>
          </a:xfrm>
        </p:spPr>
        <p:txBody>
          <a:bodyPr>
            <a:normAutofit/>
          </a:bodyPr>
          <a:lstStyle/>
          <a:p>
            <a:pPr algn="ctr"/>
            <a:r>
              <a:rPr lang="fr-FR" sz="4000" dirty="0"/>
              <a:t>Dépôt local et gestion de versions, pourquoi faire ?</a:t>
            </a:r>
          </a:p>
        </p:txBody>
      </p:sp>
    </p:spTree>
    <p:extLst>
      <p:ext uri="{BB962C8B-B14F-4D97-AF65-F5344CB8AC3E}">
        <p14:creationId xmlns:p14="http://schemas.microsoft.com/office/powerpoint/2010/main" val="16375236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C53180F2-98DE-D787-5B08-2A94146C185A}"/>
              </a:ext>
            </a:extLst>
          </p:cNvPr>
          <p:cNvSpPr>
            <a:spLocks noGrp="1"/>
          </p:cNvSpPr>
          <p:nvPr>
            <p:ph idx="1"/>
          </p:nvPr>
        </p:nvSpPr>
        <p:spPr>
          <a:xfrm>
            <a:off x="411480" y="1694996"/>
            <a:ext cx="5484223" cy="4351338"/>
          </a:xfrm>
        </p:spPr>
        <p:txBody>
          <a:bodyPr>
            <a:normAutofit/>
          </a:bodyPr>
          <a:lstStyle/>
          <a:p>
            <a:r>
              <a:rPr lang="fr-FR" sz="2400" dirty="0"/>
              <a:t>Garder un historique des modifications</a:t>
            </a:r>
          </a:p>
          <a:p>
            <a:r>
              <a:rPr lang="fr-FR" sz="2400" dirty="0"/>
              <a:t>Revenir en arrière</a:t>
            </a:r>
          </a:p>
          <a:p>
            <a:endParaRPr lang="fr-FR" sz="2400" dirty="0"/>
          </a:p>
        </p:txBody>
      </p:sp>
      <p:cxnSp>
        <p:nvCxnSpPr>
          <p:cNvPr id="7" name="Connecteur droit 6">
            <a:extLst>
              <a:ext uri="{FF2B5EF4-FFF2-40B4-BE49-F238E27FC236}">
                <a16:creationId xmlns:a16="http://schemas.microsoft.com/office/drawing/2014/main" id="{F413FE76-84EC-F7B2-4D63-F3AFF6677F9D}"/>
              </a:ext>
            </a:extLst>
          </p:cNvPr>
          <p:cNvCxnSpPr/>
          <p:nvPr/>
        </p:nvCxnSpPr>
        <p:spPr>
          <a:xfrm>
            <a:off x="2647408" y="5355772"/>
            <a:ext cx="6757851" cy="0"/>
          </a:xfrm>
          <a:prstGeom prst="line">
            <a:avLst/>
          </a:prstGeom>
          <a:ln w="76200">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8" name="Ellipse 7">
            <a:extLst>
              <a:ext uri="{FF2B5EF4-FFF2-40B4-BE49-F238E27FC236}">
                <a16:creationId xmlns:a16="http://schemas.microsoft.com/office/drawing/2014/main" id="{91EC7FDB-BE0C-DC20-427F-DD7F8C461D59}"/>
              </a:ext>
            </a:extLst>
          </p:cNvPr>
          <p:cNvSpPr/>
          <p:nvPr/>
        </p:nvSpPr>
        <p:spPr>
          <a:xfrm>
            <a:off x="2342361" y="5033556"/>
            <a:ext cx="653142" cy="653143"/>
          </a:xfrm>
          <a:prstGeom prst="ellipse">
            <a:avLst/>
          </a:prstGeom>
          <a:solidFill>
            <a:schemeClr val="bg1"/>
          </a:solid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D068E2F7-69B1-A882-5E70-21CE4E0B56B3}"/>
              </a:ext>
            </a:extLst>
          </p:cNvPr>
          <p:cNvSpPr/>
          <p:nvPr/>
        </p:nvSpPr>
        <p:spPr>
          <a:xfrm>
            <a:off x="5168293" y="5011785"/>
            <a:ext cx="653142" cy="653143"/>
          </a:xfrm>
          <a:prstGeom prst="ellipse">
            <a:avLst/>
          </a:prstGeom>
          <a:ln w="76200"/>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D9A3E253-4FFF-C519-3CC5-94A034506966}"/>
              </a:ext>
            </a:extLst>
          </p:cNvPr>
          <p:cNvSpPr/>
          <p:nvPr/>
        </p:nvSpPr>
        <p:spPr>
          <a:xfrm>
            <a:off x="7872550" y="4990013"/>
            <a:ext cx="722811" cy="731520"/>
          </a:xfrm>
          <a:prstGeom prst="ellipse">
            <a:avLst/>
          </a:prstGeom>
          <a:blipFill>
            <a:blip r:embed="rId2"/>
            <a:tile tx="0" ty="0" sx="100000" sy="100000" flip="none" algn="tl"/>
          </a:blipFill>
          <a:ln w="38100">
            <a:prstDash val="sysDot"/>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5D87D617-965D-7C56-A7A6-EAA903533716}"/>
              </a:ext>
            </a:extLst>
          </p:cNvPr>
          <p:cNvSpPr txBox="1"/>
          <p:nvPr/>
        </p:nvSpPr>
        <p:spPr>
          <a:xfrm>
            <a:off x="2281647" y="5843453"/>
            <a:ext cx="774571" cy="369332"/>
          </a:xfrm>
          <a:prstGeom prst="rect">
            <a:avLst/>
          </a:prstGeom>
          <a:noFill/>
        </p:spPr>
        <p:txBody>
          <a:bodyPr wrap="none" rtlCol="0">
            <a:spAutoFit/>
          </a:bodyPr>
          <a:lstStyle/>
          <a:p>
            <a:r>
              <a:rPr lang="fr-FR" dirty="0"/>
              <a:t>08h00</a:t>
            </a:r>
          </a:p>
        </p:txBody>
      </p:sp>
      <p:sp>
        <p:nvSpPr>
          <p:cNvPr id="12" name="ZoneTexte 11">
            <a:extLst>
              <a:ext uri="{FF2B5EF4-FFF2-40B4-BE49-F238E27FC236}">
                <a16:creationId xmlns:a16="http://schemas.microsoft.com/office/drawing/2014/main" id="{F341DD64-99F9-D34B-CC9A-A6915D93CA2B}"/>
              </a:ext>
            </a:extLst>
          </p:cNvPr>
          <p:cNvSpPr txBox="1"/>
          <p:nvPr/>
        </p:nvSpPr>
        <p:spPr>
          <a:xfrm>
            <a:off x="5107579" y="5843453"/>
            <a:ext cx="774571" cy="369332"/>
          </a:xfrm>
          <a:prstGeom prst="rect">
            <a:avLst/>
          </a:prstGeom>
          <a:noFill/>
        </p:spPr>
        <p:txBody>
          <a:bodyPr wrap="none" rtlCol="0">
            <a:spAutoFit/>
          </a:bodyPr>
          <a:lstStyle/>
          <a:p>
            <a:r>
              <a:rPr lang="fr-FR" dirty="0"/>
              <a:t>08h32</a:t>
            </a:r>
          </a:p>
        </p:txBody>
      </p:sp>
      <p:sp>
        <p:nvSpPr>
          <p:cNvPr id="13" name="ZoneTexte 12">
            <a:extLst>
              <a:ext uri="{FF2B5EF4-FFF2-40B4-BE49-F238E27FC236}">
                <a16:creationId xmlns:a16="http://schemas.microsoft.com/office/drawing/2014/main" id="{7D5BD058-B701-C6CE-17E2-8C0F063B01E9}"/>
              </a:ext>
            </a:extLst>
          </p:cNvPr>
          <p:cNvSpPr txBox="1"/>
          <p:nvPr/>
        </p:nvSpPr>
        <p:spPr>
          <a:xfrm>
            <a:off x="7846670" y="5843453"/>
            <a:ext cx="774571" cy="369332"/>
          </a:xfrm>
          <a:prstGeom prst="rect">
            <a:avLst/>
          </a:prstGeom>
          <a:noFill/>
        </p:spPr>
        <p:txBody>
          <a:bodyPr wrap="none" rtlCol="0">
            <a:spAutoFit/>
          </a:bodyPr>
          <a:lstStyle/>
          <a:p>
            <a:r>
              <a:rPr lang="fr-FR" dirty="0"/>
              <a:t>09h56</a:t>
            </a:r>
          </a:p>
        </p:txBody>
      </p:sp>
      <p:cxnSp>
        <p:nvCxnSpPr>
          <p:cNvPr id="17" name="Connecteur : en arc 16">
            <a:extLst>
              <a:ext uri="{FF2B5EF4-FFF2-40B4-BE49-F238E27FC236}">
                <a16:creationId xmlns:a16="http://schemas.microsoft.com/office/drawing/2014/main" id="{A9EB5BC5-4676-8276-1D4D-C0FB82F795F1}"/>
              </a:ext>
            </a:extLst>
          </p:cNvPr>
          <p:cNvCxnSpPr>
            <a:cxnSpLocks/>
          </p:cNvCxnSpPr>
          <p:nvPr/>
        </p:nvCxnSpPr>
        <p:spPr>
          <a:xfrm rot="16200000" flipH="1" flipV="1">
            <a:off x="6905776" y="3492016"/>
            <a:ext cx="21772" cy="2739092"/>
          </a:xfrm>
          <a:prstGeom prst="curvedConnector3">
            <a:avLst>
              <a:gd name="adj1" fmla="val -5129864"/>
            </a:avLst>
          </a:prstGeom>
          <a:ln w="57150">
            <a:solidFill>
              <a:srgbClr val="FF0000"/>
            </a:solidFill>
            <a:headEnd type="none" w="med" len="med"/>
            <a:tailEnd type="triangle" w="med" len="med"/>
          </a:ln>
        </p:spPr>
        <p:style>
          <a:lnRef idx="1">
            <a:schemeClr val="accent2"/>
          </a:lnRef>
          <a:fillRef idx="0">
            <a:schemeClr val="accent2"/>
          </a:fillRef>
          <a:effectRef idx="0">
            <a:schemeClr val="accent2"/>
          </a:effectRef>
          <a:fontRef idx="minor">
            <a:schemeClr val="tx1"/>
          </a:fontRef>
        </p:style>
      </p:cxnSp>
      <p:pic>
        <p:nvPicPr>
          <p:cNvPr id="16" name="Picture 2" descr="Git full logo transparent PNG - StickPNG">
            <a:extLst>
              <a:ext uri="{FF2B5EF4-FFF2-40B4-BE49-F238E27FC236}">
                <a16:creationId xmlns:a16="http://schemas.microsoft.com/office/drawing/2014/main" id="{1F0E3BFC-5A4A-3662-2878-8F7A8D11919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743" r="25005"/>
          <a:stretch/>
        </p:blipFill>
        <p:spPr bwMode="auto">
          <a:xfrm>
            <a:off x="400595" y="4761004"/>
            <a:ext cx="1463040" cy="1533525"/>
          </a:xfrm>
          <a:prstGeom prst="rect">
            <a:avLst/>
          </a:prstGeom>
          <a:noFill/>
          <a:extLst>
            <a:ext uri="{909E8E84-426E-40DD-AFC4-6F175D3DCCD1}">
              <a14:hiddenFill xmlns:a14="http://schemas.microsoft.com/office/drawing/2010/main">
                <a:solidFill>
                  <a:srgbClr val="FFFFFF"/>
                </a:solidFill>
              </a14:hiddenFill>
            </a:ext>
          </a:extLst>
        </p:spPr>
      </p:pic>
      <p:sp>
        <p:nvSpPr>
          <p:cNvPr id="5" name="Titre 1">
            <a:extLst>
              <a:ext uri="{FF2B5EF4-FFF2-40B4-BE49-F238E27FC236}">
                <a16:creationId xmlns:a16="http://schemas.microsoft.com/office/drawing/2014/main" id="{28E4FB21-E0B3-08FA-5361-A43779CE4219}"/>
              </a:ext>
            </a:extLst>
          </p:cNvPr>
          <p:cNvSpPr>
            <a:spLocks noGrp="1"/>
          </p:cNvSpPr>
          <p:nvPr>
            <p:ph type="title"/>
          </p:nvPr>
        </p:nvSpPr>
        <p:spPr>
          <a:xfrm>
            <a:off x="0" y="365125"/>
            <a:ext cx="12192000" cy="1325563"/>
          </a:xfrm>
        </p:spPr>
        <p:txBody>
          <a:bodyPr>
            <a:normAutofit/>
          </a:bodyPr>
          <a:lstStyle/>
          <a:p>
            <a:pPr algn="ctr"/>
            <a:r>
              <a:rPr lang="fr-FR" sz="4000" dirty="0"/>
              <a:t>Dépôt local et gestion de versions, pourquoi faire ?</a:t>
            </a:r>
          </a:p>
        </p:txBody>
      </p:sp>
    </p:spTree>
    <p:extLst>
      <p:ext uri="{BB962C8B-B14F-4D97-AF65-F5344CB8AC3E}">
        <p14:creationId xmlns:p14="http://schemas.microsoft.com/office/powerpoint/2010/main" val="29337315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C53180F2-98DE-D787-5B08-2A94146C185A}"/>
              </a:ext>
            </a:extLst>
          </p:cNvPr>
          <p:cNvSpPr>
            <a:spLocks noGrp="1"/>
          </p:cNvSpPr>
          <p:nvPr>
            <p:ph idx="1"/>
          </p:nvPr>
        </p:nvSpPr>
        <p:spPr>
          <a:xfrm>
            <a:off x="411480" y="1694996"/>
            <a:ext cx="8506097" cy="4351338"/>
          </a:xfrm>
        </p:spPr>
        <p:txBody>
          <a:bodyPr>
            <a:normAutofit/>
          </a:bodyPr>
          <a:lstStyle/>
          <a:p>
            <a:r>
              <a:rPr lang="fr-FR" sz="2400" dirty="0"/>
              <a:t>Garder un historique des modifications</a:t>
            </a:r>
          </a:p>
          <a:p>
            <a:r>
              <a:rPr lang="fr-FR" sz="2400" dirty="0"/>
              <a:t>Revenir en arrière</a:t>
            </a:r>
          </a:p>
          <a:p>
            <a:r>
              <a:rPr lang="fr-FR" sz="2400" dirty="0"/>
              <a:t>Maitriser plusieurs versions</a:t>
            </a:r>
          </a:p>
        </p:txBody>
      </p:sp>
      <p:sp>
        <p:nvSpPr>
          <p:cNvPr id="15" name="Forme libre : forme 14">
            <a:extLst>
              <a:ext uri="{FF2B5EF4-FFF2-40B4-BE49-F238E27FC236}">
                <a16:creationId xmlns:a16="http://schemas.microsoft.com/office/drawing/2014/main" id="{34E6A73C-6433-1EBF-6504-F786F26087FF}"/>
              </a:ext>
            </a:extLst>
          </p:cNvPr>
          <p:cNvSpPr/>
          <p:nvPr/>
        </p:nvSpPr>
        <p:spPr>
          <a:xfrm>
            <a:off x="5508689" y="5181597"/>
            <a:ext cx="3835608" cy="1268874"/>
          </a:xfrm>
          <a:custGeom>
            <a:avLst/>
            <a:gdLst>
              <a:gd name="connsiteX0" fmla="*/ 38671 w 3835608"/>
              <a:gd name="connsiteY0" fmla="*/ 0 h 1268874"/>
              <a:gd name="connsiteX1" fmla="*/ 543768 w 3835608"/>
              <a:gd name="connsiteY1" fmla="*/ 1105989 h 1268874"/>
              <a:gd name="connsiteX2" fmla="*/ 3835608 w 3835608"/>
              <a:gd name="connsiteY2" fmla="*/ 1262743 h 1268874"/>
              <a:gd name="connsiteX3" fmla="*/ 3835608 w 3835608"/>
              <a:gd name="connsiteY3" fmla="*/ 1262743 h 1268874"/>
            </a:gdLst>
            <a:ahLst/>
            <a:cxnLst>
              <a:cxn ang="0">
                <a:pos x="connsiteX0" y="connsiteY0"/>
              </a:cxn>
              <a:cxn ang="0">
                <a:pos x="connsiteX1" y="connsiteY1"/>
              </a:cxn>
              <a:cxn ang="0">
                <a:pos x="connsiteX2" y="connsiteY2"/>
              </a:cxn>
              <a:cxn ang="0">
                <a:pos x="connsiteX3" y="connsiteY3"/>
              </a:cxn>
            </a:cxnLst>
            <a:rect l="l" t="t" r="r" b="b"/>
            <a:pathLst>
              <a:path w="3835608" h="1268874">
                <a:moveTo>
                  <a:pt x="38671" y="0"/>
                </a:moveTo>
                <a:cubicBezTo>
                  <a:pt x="-25192" y="447766"/>
                  <a:pt x="-89055" y="895532"/>
                  <a:pt x="543768" y="1105989"/>
                </a:cubicBezTo>
                <a:cubicBezTo>
                  <a:pt x="1176591" y="1316446"/>
                  <a:pt x="3835608" y="1262743"/>
                  <a:pt x="3835608" y="1262743"/>
                </a:cubicBezTo>
                <a:lnTo>
                  <a:pt x="3835608" y="1262743"/>
                </a:lnTo>
              </a:path>
            </a:pathLst>
          </a:custGeom>
          <a:noFill/>
          <a:ln w="7620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7" name="Connecteur droit 6">
            <a:extLst>
              <a:ext uri="{FF2B5EF4-FFF2-40B4-BE49-F238E27FC236}">
                <a16:creationId xmlns:a16="http://schemas.microsoft.com/office/drawing/2014/main" id="{F413FE76-84EC-F7B2-4D63-F3AFF6677F9D}"/>
              </a:ext>
            </a:extLst>
          </p:cNvPr>
          <p:cNvCxnSpPr/>
          <p:nvPr/>
        </p:nvCxnSpPr>
        <p:spPr>
          <a:xfrm>
            <a:off x="2647408" y="5355772"/>
            <a:ext cx="6757851" cy="0"/>
          </a:xfrm>
          <a:prstGeom prst="line">
            <a:avLst/>
          </a:prstGeom>
          <a:ln w="76200">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8" name="Ellipse 7">
            <a:extLst>
              <a:ext uri="{FF2B5EF4-FFF2-40B4-BE49-F238E27FC236}">
                <a16:creationId xmlns:a16="http://schemas.microsoft.com/office/drawing/2014/main" id="{91EC7FDB-BE0C-DC20-427F-DD7F8C461D59}"/>
              </a:ext>
            </a:extLst>
          </p:cNvPr>
          <p:cNvSpPr/>
          <p:nvPr/>
        </p:nvSpPr>
        <p:spPr>
          <a:xfrm>
            <a:off x="2342361" y="5033556"/>
            <a:ext cx="653142" cy="653143"/>
          </a:xfrm>
          <a:prstGeom prst="ellipse">
            <a:avLst/>
          </a:prstGeom>
          <a:solidFill>
            <a:schemeClr val="bg1"/>
          </a:solid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D068E2F7-69B1-A882-5E70-21CE4E0B56B3}"/>
              </a:ext>
            </a:extLst>
          </p:cNvPr>
          <p:cNvSpPr/>
          <p:nvPr/>
        </p:nvSpPr>
        <p:spPr>
          <a:xfrm>
            <a:off x="5168293" y="5011785"/>
            <a:ext cx="653142" cy="653143"/>
          </a:xfrm>
          <a:prstGeom prst="ellipse">
            <a:avLst/>
          </a:prstGeom>
          <a:ln w="76200"/>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D9A3E253-4FFF-C519-3CC5-94A034506966}"/>
              </a:ext>
            </a:extLst>
          </p:cNvPr>
          <p:cNvSpPr/>
          <p:nvPr/>
        </p:nvSpPr>
        <p:spPr>
          <a:xfrm>
            <a:off x="7872550" y="4990013"/>
            <a:ext cx="722811" cy="731520"/>
          </a:xfrm>
          <a:prstGeom prst="ellipse">
            <a:avLst/>
          </a:prstGeom>
          <a:blipFill>
            <a:blip r:embed="rId2"/>
            <a:tile tx="0" ty="0" sx="100000" sy="100000" flip="none" algn="tl"/>
          </a:blipFill>
          <a:ln w="38100">
            <a:prstDash val="sysDot"/>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88F994AB-0F27-83F4-945C-83A494A671CA}"/>
              </a:ext>
            </a:extLst>
          </p:cNvPr>
          <p:cNvSpPr/>
          <p:nvPr/>
        </p:nvSpPr>
        <p:spPr>
          <a:xfrm>
            <a:off x="7898430" y="6135185"/>
            <a:ext cx="653142" cy="653143"/>
          </a:xfrm>
          <a:prstGeom prst="ellipse">
            <a:avLst/>
          </a:prstGeom>
          <a:ln w="76200"/>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fr-FR"/>
          </a:p>
        </p:txBody>
      </p:sp>
      <p:cxnSp>
        <p:nvCxnSpPr>
          <p:cNvPr id="20" name="Connecteur droit 19">
            <a:extLst>
              <a:ext uri="{FF2B5EF4-FFF2-40B4-BE49-F238E27FC236}">
                <a16:creationId xmlns:a16="http://schemas.microsoft.com/office/drawing/2014/main" id="{3AC439CA-1CD3-855A-950F-87ECF2E2F465}"/>
              </a:ext>
            </a:extLst>
          </p:cNvPr>
          <p:cNvCxnSpPr>
            <a:stCxn id="18" idx="1"/>
            <a:endCxn id="18" idx="5"/>
          </p:cNvCxnSpPr>
          <p:nvPr/>
        </p:nvCxnSpPr>
        <p:spPr>
          <a:xfrm>
            <a:off x="7994080" y="6230836"/>
            <a:ext cx="461842" cy="461841"/>
          </a:xfrm>
          <a:prstGeom prst="line">
            <a:avLst/>
          </a:prstGeom>
          <a:ln w="76200">
            <a:solidFill>
              <a:schemeClr val="accent4">
                <a:lumMod val="50000"/>
              </a:schemeClr>
            </a:solidFill>
          </a:ln>
        </p:spPr>
        <p:style>
          <a:lnRef idx="1">
            <a:schemeClr val="accent2"/>
          </a:lnRef>
          <a:fillRef idx="0">
            <a:schemeClr val="accent2"/>
          </a:fillRef>
          <a:effectRef idx="0">
            <a:schemeClr val="accent2"/>
          </a:effectRef>
          <a:fontRef idx="minor">
            <a:schemeClr val="tx1"/>
          </a:fontRef>
        </p:style>
      </p:cxnSp>
      <p:cxnSp>
        <p:nvCxnSpPr>
          <p:cNvPr id="21" name="Connecteur droit 20">
            <a:extLst>
              <a:ext uri="{FF2B5EF4-FFF2-40B4-BE49-F238E27FC236}">
                <a16:creationId xmlns:a16="http://schemas.microsoft.com/office/drawing/2014/main" id="{9511809B-9CDE-6FE3-0A96-F2D73A255E35}"/>
              </a:ext>
            </a:extLst>
          </p:cNvPr>
          <p:cNvCxnSpPr>
            <a:cxnSpLocks/>
            <a:stCxn id="18" idx="7"/>
            <a:endCxn id="18" idx="3"/>
          </p:cNvCxnSpPr>
          <p:nvPr/>
        </p:nvCxnSpPr>
        <p:spPr>
          <a:xfrm flipH="1">
            <a:off x="7994080" y="6230836"/>
            <a:ext cx="461842" cy="461841"/>
          </a:xfrm>
          <a:prstGeom prst="line">
            <a:avLst/>
          </a:prstGeom>
          <a:ln w="76200">
            <a:solidFill>
              <a:schemeClr val="accent4">
                <a:lumMod val="50000"/>
              </a:schemeClr>
            </a:solidFill>
          </a:ln>
        </p:spPr>
        <p:style>
          <a:lnRef idx="1">
            <a:schemeClr val="accent2"/>
          </a:lnRef>
          <a:fillRef idx="0">
            <a:schemeClr val="accent2"/>
          </a:fillRef>
          <a:effectRef idx="0">
            <a:schemeClr val="accent2"/>
          </a:effectRef>
          <a:fontRef idx="minor">
            <a:schemeClr val="tx1"/>
          </a:fontRef>
        </p:style>
      </p:cxnSp>
      <p:pic>
        <p:nvPicPr>
          <p:cNvPr id="27" name="Picture 2" descr="Git full logo transparent PNG - StickPNG">
            <a:extLst>
              <a:ext uri="{FF2B5EF4-FFF2-40B4-BE49-F238E27FC236}">
                <a16:creationId xmlns:a16="http://schemas.microsoft.com/office/drawing/2014/main" id="{B1F98C94-78D2-4BFF-37BB-5C73D843A38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743" r="25005"/>
          <a:stretch/>
        </p:blipFill>
        <p:spPr bwMode="auto">
          <a:xfrm>
            <a:off x="400595" y="4761004"/>
            <a:ext cx="1463040" cy="1533525"/>
          </a:xfrm>
          <a:prstGeom prst="rect">
            <a:avLst/>
          </a:prstGeom>
          <a:noFill/>
          <a:extLst>
            <a:ext uri="{909E8E84-426E-40DD-AFC4-6F175D3DCCD1}">
              <a14:hiddenFill xmlns:a14="http://schemas.microsoft.com/office/drawing/2010/main">
                <a:solidFill>
                  <a:srgbClr val="FFFFFF"/>
                </a:solidFill>
              </a14:hiddenFill>
            </a:ext>
          </a:extLst>
        </p:spPr>
      </p:pic>
      <p:sp>
        <p:nvSpPr>
          <p:cNvPr id="5" name="Titre 1">
            <a:extLst>
              <a:ext uri="{FF2B5EF4-FFF2-40B4-BE49-F238E27FC236}">
                <a16:creationId xmlns:a16="http://schemas.microsoft.com/office/drawing/2014/main" id="{B1C2CA0C-B8AA-1C55-FDB6-EBC03D680C06}"/>
              </a:ext>
            </a:extLst>
          </p:cNvPr>
          <p:cNvSpPr>
            <a:spLocks noGrp="1"/>
          </p:cNvSpPr>
          <p:nvPr>
            <p:ph type="title"/>
          </p:nvPr>
        </p:nvSpPr>
        <p:spPr>
          <a:xfrm>
            <a:off x="0" y="365125"/>
            <a:ext cx="12192000" cy="1325563"/>
          </a:xfrm>
        </p:spPr>
        <p:txBody>
          <a:bodyPr>
            <a:normAutofit/>
          </a:bodyPr>
          <a:lstStyle/>
          <a:p>
            <a:pPr algn="ctr"/>
            <a:r>
              <a:rPr lang="fr-FR" sz="4000" dirty="0"/>
              <a:t>Dépôt local et gestion de versions, pourquoi faire ?</a:t>
            </a:r>
          </a:p>
        </p:txBody>
      </p:sp>
    </p:spTree>
    <p:extLst>
      <p:ext uri="{BB962C8B-B14F-4D97-AF65-F5344CB8AC3E}">
        <p14:creationId xmlns:p14="http://schemas.microsoft.com/office/powerpoint/2010/main" val="15967746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C53180F2-98DE-D787-5B08-2A94146C185A}"/>
              </a:ext>
            </a:extLst>
          </p:cNvPr>
          <p:cNvSpPr>
            <a:spLocks noGrp="1"/>
          </p:cNvSpPr>
          <p:nvPr>
            <p:ph idx="1"/>
          </p:nvPr>
        </p:nvSpPr>
        <p:spPr>
          <a:xfrm>
            <a:off x="411480" y="1694996"/>
            <a:ext cx="5484223" cy="4351338"/>
          </a:xfrm>
        </p:spPr>
        <p:txBody>
          <a:bodyPr>
            <a:normAutofit/>
          </a:bodyPr>
          <a:lstStyle/>
          <a:p>
            <a:r>
              <a:rPr lang="fr-FR" sz="2400" dirty="0"/>
              <a:t>Garder un historique des modifications</a:t>
            </a:r>
          </a:p>
          <a:p>
            <a:r>
              <a:rPr lang="fr-FR" sz="2400" dirty="0"/>
              <a:t>Revenir en arrière</a:t>
            </a:r>
          </a:p>
          <a:p>
            <a:r>
              <a:rPr lang="fr-FR" sz="2400" dirty="0"/>
              <a:t>Maitriser plusieurs versions</a:t>
            </a:r>
          </a:p>
          <a:p>
            <a:r>
              <a:rPr lang="fr-FR" sz="2400" dirty="0"/>
              <a:t>Mettre en commun des modifications différentes sur un même projet</a:t>
            </a:r>
          </a:p>
        </p:txBody>
      </p:sp>
      <p:sp>
        <p:nvSpPr>
          <p:cNvPr id="15" name="Forme libre : forme 14">
            <a:extLst>
              <a:ext uri="{FF2B5EF4-FFF2-40B4-BE49-F238E27FC236}">
                <a16:creationId xmlns:a16="http://schemas.microsoft.com/office/drawing/2014/main" id="{34E6A73C-6433-1EBF-6504-F786F26087FF}"/>
              </a:ext>
            </a:extLst>
          </p:cNvPr>
          <p:cNvSpPr/>
          <p:nvPr/>
        </p:nvSpPr>
        <p:spPr>
          <a:xfrm>
            <a:off x="5508689" y="5172888"/>
            <a:ext cx="3835608" cy="1268874"/>
          </a:xfrm>
          <a:custGeom>
            <a:avLst/>
            <a:gdLst>
              <a:gd name="connsiteX0" fmla="*/ 38671 w 3835608"/>
              <a:gd name="connsiteY0" fmla="*/ 0 h 1268874"/>
              <a:gd name="connsiteX1" fmla="*/ 543768 w 3835608"/>
              <a:gd name="connsiteY1" fmla="*/ 1105989 h 1268874"/>
              <a:gd name="connsiteX2" fmla="*/ 3835608 w 3835608"/>
              <a:gd name="connsiteY2" fmla="*/ 1262743 h 1268874"/>
              <a:gd name="connsiteX3" fmla="*/ 3835608 w 3835608"/>
              <a:gd name="connsiteY3" fmla="*/ 1262743 h 1268874"/>
            </a:gdLst>
            <a:ahLst/>
            <a:cxnLst>
              <a:cxn ang="0">
                <a:pos x="connsiteX0" y="connsiteY0"/>
              </a:cxn>
              <a:cxn ang="0">
                <a:pos x="connsiteX1" y="connsiteY1"/>
              </a:cxn>
              <a:cxn ang="0">
                <a:pos x="connsiteX2" y="connsiteY2"/>
              </a:cxn>
              <a:cxn ang="0">
                <a:pos x="connsiteX3" y="connsiteY3"/>
              </a:cxn>
            </a:cxnLst>
            <a:rect l="l" t="t" r="r" b="b"/>
            <a:pathLst>
              <a:path w="3835608" h="1268874">
                <a:moveTo>
                  <a:pt x="38671" y="0"/>
                </a:moveTo>
                <a:cubicBezTo>
                  <a:pt x="-25192" y="447766"/>
                  <a:pt x="-89055" y="895532"/>
                  <a:pt x="543768" y="1105989"/>
                </a:cubicBezTo>
                <a:cubicBezTo>
                  <a:pt x="1176591" y="1316446"/>
                  <a:pt x="3835608" y="1262743"/>
                  <a:pt x="3835608" y="1262743"/>
                </a:cubicBezTo>
                <a:lnTo>
                  <a:pt x="3835608" y="1262743"/>
                </a:lnTo>
              </a:path>
            </a:pathLst>
          </a:custGeom>
          <a:noFill/>
          <a:ln w="76200">
            <a:solidFill>
              <a:schemeClr val="tx1"/>
            </a:solidFill>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7" name="Connecteur droit 6">
            <a:extLst>
              <a:ext uri="{FF2B5EF4-FFF2-40B4-BE49-F238E27FC236}">
                <a16:creationId xmlns:a16="http://schemas.microsoft.com/office/drawing/2014/main" id="{F413FE76-84EC-F7B2-4D63-F3AFF6677F9D}"/>
              </a:ext>
            </a:extLst>
          </p:cNvPr>
          <p:cNvCxnSpPr>
            <a:cxnSpLocks/>
          </p:cNvCxnSpPr>
          <p:nvPr/>
        </p:nvCxnSpPr>
        <p:spPr>
          <a:xfrm>
            <a:off x="2647408" y="5355772"/>
            <a:ext cx="9474923" cy="0"/>
          </a:xfrm>
          <a:prstGeom prst="line">
            <a:avLst/>
          </a:prstGeom>
          <a:ln w="76200">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8" name="Ellipse 7">
            <a:extLst>
              <a:ext uri="{FF2B5EF4-FFF2-40B4-BE49-F238E27FC236}">
                <a16:creationId xmlns:a16="http://schemas.microsoft.com/office/drawing/2014/main" id="{91EC7FDB-BE0C-DC20-427F-DD7F8C461D59}"/>
              </a:ext>
            </a:extLst>
          </p:cNvPr>
          <p:cNvSpPr/>
          <p:nvPr/>
        </p:nvSpPr>
        <p:spPr>
          <a:xfrm>
            <a:off x="2342361" y="5033556"/>
            <a:ext cx="653142" cy="653143"/>
          </a:xfrm>
          <a:prstGeom prst="ellipse">
            <a:avLst/>
          </a:prstGeom>
          <a:solidFill>
            <a:schemeClr val="bg1"/>
          </a:solid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D068E2F7-69B1-A882-5E70-21CE4E0B56B3}"/>
              </a:ext>
            </a:extLst>
          </p:cNvPr>
          <p:cNvSpPr/>
          <p:nvPr/>
        </p:nvSpPr>
        <p:spPr>
          <a:xfrm>
            <a:off x="5168293" y="5011785"/>
            <a:ext cx="653142" cy="653143"/>
          </a:xfrm>
          <a:prstGeom prst="ellipse">
            <a:avLst/>
          </a:prstGeom>
          <a:ln w="76200"/>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fr-FR"/>
          </a:p>
        </p:txBody>
      </p:sp>
      <p:sp>
        <p:nvSpPr>
          <p:cNvPr id="10" name="Ellipse 9">
            <a:extLst>
              <a:ext uri="{FF2B5EF4-FFF2-40B4-BE49-F238E27FC236}">
                <a16:creationId xmlns:a16="http://schemas.microsoft.com/office/drawing/2014/main" id="{D9A3E253-4FFF-C519-3CC5-94A034506966}"/>
              </a:ext>
            </a:extLst>
          </p:cNvPr>
          <p:cNvSpPr/>
          <p:nvPr/>
        </p:nvSpPr>
        <p:spPr>
          <a:xfrm>
            <a:off x="7872550" y="4990013"/>
            <a:ext cx="722811" cy="731520"/>
          </a:xfrm>
          <a:prstGeom prst="ellipse">
            <a:avLst/>
          </a:prstGeom>
          <a:blipFill>
            <a:blip r:embed="rId2"/>
            <a:tile tx="0" ty="0" sx="100000" sy="100000" flip="none" algn="tl"/>
          </a:blipFill>
          <a:ln w="38100">
            <a:prstDash val="sysDot"/>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fr-FR"/>
          </a:p>
        </p:txBody>
      </p:sp>
      <p:sp>
        <p:nvSpPr>
          <p:cNvPr id="18" name="Ellipse 17">
            <a:extLst>
              <a:ext uri="{FF2B5EF4-FFF2-40B4-BE49-F238E27FC236}">
                <a16:creationId xmlns:a16="http://schemas.microsoft.com/office/drawing/2014/main" id="{88F994AB-0F27-83F4-945C-83A494A671CA}"/>
              </a:ext>
            </a:extLst>
          </p:cNvPr>
          <p:cNvSpPr/>
          <p:nvPr/>
        </p:nvSpPr>
        <p:spPr>
          <a:xfrm>
            <a:off x="7898430" y="6135185"/>
            <a:ext cx="653142" cy="653143"/>
          </a:xfrm>
          <a:prstGeom prst="ellipse">
            <a:avLst/>
          </a:prstGeom>
          <a:ln w="76200"/>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fr-FR"/>
          </a:p>
        </p:txBody>
      </p:sp>
      <p:cxnSp>
        <p:nvCxnSpPr>
          <p:cNvPr id="20" name="Connecteur droit 19">
            <a:extLst>
              <a:ext uri="{FF2B5EF4-FFF2-40B4-BE49-F238E27FC236}">
                <a16:creationId xmlns:a16="http://schemas.microsoft.com/office/drawing/2014/main" id="{3AC439CA-1CD3-855A-950F-87ECF2E2F465}"/>
              </a:ext>
            </a:extLst>
          </p:cNvPr>
          <p:cNvCxnSpPr>
            <a:stCxn id="18" idx="1"/>
            <a:endCxn id="18" idx="5"/>
          </p:cNvCxnSpPr>
          <p:nvPr/>
        </p:nvCxnSpPr>
        <p:spPr>
          <a:xfrm>
            <a:off x="7994080" y="6230836"/>
            <a:ext cx="461842" cy="461841"/>
          </a:xfrm>
          <a:prstGeom prst="line">
            <a:avLst/>
          </a:prstGeom>
          <a:ln w="76200">
            <a:solidFill>
              <a:schemeClr val="accent4">
                <a:lumMod val="50000"/>
              </a:schemeClr>
            </a:solidFill>
          </a:ln>
        </p:spPr>
        <p:style>
          <a:lnRef idx="1">
            <a:schemeClr val="accent2"/>
          </a:lnRef>
          <a:fillRef idx="0">
            <a:schemeClr val="accent2"/>
          </a:fillRef>
          <a:effectRef idx="0">
            <a:schemeClr val="accent2"/>
          </a:effectRef>
          <a:fontRef idx="minor">
            <a:schemeClr val="tx1"/>
          </a:fontRef>
        </p:style>
      </p:cxnSp>
      <p:cxnSp>
        <p:nvCxnSpPr>
          <p:cNvPr id="21" name="Connecteur droit 20">
            <a:extLst>
              <a:ext uri="{FF2B5EF4-FFF2-40B4-BE49-F238E27FC236}">
                <a16:creationId xmlns:a16="http://schemas.microsoft.com/office/drawing/2014/main" id="{9511809B-9CDE-6FE3-0A96-F2D73A255E35}"/>
              </a:ext>
            </a:extLst>
          </p:cNvPr>
          <p:cNvCxnSpPr>
            <a:cxnSpLocks/>
            <a:stCxn id="18" idx="7"/>
            <a:endCxn id="18" idx="3"/>
          </p:cNvCxnSpPr>
          <p:nvPr/>
        </p:nvCxnSpPr>
        <p:spPr>
          <a:xfrm flipH="1">
            <a:off x="7994080" y="6230836"/>
            <a:ext cx="461842" cy="461841"/>
          </a:xfrm>
          <a:prstGeom prst="line">
            <a:avLst/>
          </a:prstGeom>
          <a:ln w="76200">
            <a:solidFill>
              <a:schemeClr val="accent4">
                <a:lumMod val="50000"/>
              </a:schemeClr>
            </a:solidFill>
          </a:ln>
        </p:spPr>
        <p:style>
          <a:lnRef idx="1">
            <a:schemeClr val="accent2"/>
          </a:lnRef>
          <a:fillRef idx="0">
            <a:schemeClr val="accent2"/>
          </a:fillRef>
          <a:effectRef idx="0">
            <a:schemeClr val="accent2"/>
          </a:effectRef>
          <a:fontRef idx="minor">
            <a:schemeClr val="tx1"/>
          </a:fontRef>
        </p:style>
      </p:cxnSp>
      <p:cxnSp>
        <p:nvCxnSpPr>
          <p:cNvPr id="13" name="Connecteur : en arc 12">
            <a:extLst>
              <a:ext uri="{FF2B5EF4-FFF2-40B4-BE49-F238E27FC236}">
                <a16:creationId xmlns:a16="http://schemas.microsoft.com/office/drawing/2014/main" id="{D7769532-DC8C-249E-4C85-69B0917F93BB}"/>
              </a:ext>
            </a:extLst>
          </p:cNvPr>
          <p:cNvCxnSpPr>
            <a:cxnSpLocks/>
          </p:cNvCxnSpPr>
          <p:nvPr/>
        </p:nvCxnSpPr>
        <p:spPr>
          <a:xfrm flipV="1">
            <a:off x="9309463" y="5286099"/>
            <a:ext cx="1715588" cy="1149532"/>
          </a:xfrm>
          <a:prstGeom prst="curvedConnector3">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Ellipse 18">
            <a:extLst>
              <a:ext uri="{FF2B5EF4-FFF2-40B4-BE49-F238E27FC236}">
                <a16:creationId xmlns:a16="http://schemas.microsoft.com/office/drawing/2014/main" id="{7B81EC42-0663-9D28-5B0B-B54C5CF169A6}"/>
              </a:ext>
            </a:extLst>
          </p:cNvPr>
          <p:cNvSpPr/>
          <p:nvPr/>
        </p:nvSpPr>
        <p:spPr>
          <a:xfrm>
            <a:off x="10376264" y="4994367"/>
            <a:ext cx="722811" cy="731520"/>
          </a:xfrm>
          <a:prstGeom prst="ellipse">
            <a:avLst/>
          </a:prstGeom>
          <a:blipFill>
            <a:blip r:embed="rId2"/>
            <a:tile tx="0" ty="0" sx="100000" sy="100000" flip="none" algn="tl"/>
          </a:blipFill>
          <a:ln w="38100">
            <a:prstDash val="sysDot"/>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fr-FR"/>
          </a:p>
        </p:txBody>
      </p:sp>
      <p:cxnSp>
        <p:nvCxnSpPr>
          <p:cNvPr id="22" name="Connecteur droit 21">
            <a:extLst>
              <a:ext uri="{FF2B5EF4-FFF2-40B4-BE49-F238E27FC236}">
                <a16:creationId xmlns:a16="http://schemas.microsoft.com/office/drawing/2014/main" id="{C07A099A-EA67-578C-CCC0-8C378C48A663}"/>
              </a:ext>
            </a:extLst>
          </p:cNvPr>
          <p:cNvCxnSpPr/>
          <p:nvPr/>
        </p:nvCxnSpPr>
        <p:spPr>
          <a:xfrm>
            <a:off x="10497794" y="5120497"/>
            <a:ext cx="461842" cy="461841"/>
          </a:xfrm>
          <a:prstGeom prst="line">
            <a:avLst/>
          </a:prstGeom>
          <a:ln w="76200">
            <a:solidFill>
              <a:schemeClr val="accent4">
                <a:lumMod val="50000"/>
              </a:schemeClr>
            </a:solidFill>
          </a:ln>
        </p:spPr>
        <p:style>
          <a:lnRef idx="1">
            <a:schemeClr val="accent2"/>
          </a:lnRef>
          <a:fillRef idx="0">
            <a:schemeClr val="accent2"/>
          </a:fillRef>
          <a:effectRef idx="0">
            <a:schemeClr val="accent2"/>
          </a:effectRef>
          <a:fontRef idx="minor">
            <a:schemeClr val="tx1"/>
          </a:fontRef>
        </p:style>
      </p:cxnSp>
      <p:cxnSp>
        <p:nvCxnSpPr>
          <p:cNvPr id="23" name="Connecteur droit 22">
            <a:extLst>
              <a:ext uri="{FF2B5EF4-FFF2-40B4-BE49-F238E27FC236}">
                <a16:creationId xmlns:a16="http://schemas.microsoft.com/office/drawing/2014/main" id="{F0062461-7C6B-E6F6-D0D6-05E8ECB38555}"/>
              </a:ext>
            </a:extLst>
          </p:cNvPr>
          <p:cNvCxnSpPr>
            <a:cxnSpLocks/>
          </p:cNvCxnSpPr>
          <p:nvPr/>
        </p:nvCxnSpPr>
        <p:spPr>
          <a:xfrm flipH="1">
            <a:off x="10497794" y="5120497"/>
            <a:ext cx="461842" cy="461841"/>
          </a:xfrm>
          <a:prstGeom prst="line">
            <a:avLst/>
          </a:prstGeom>
          <a:ln w="76200">
            <a:solidFill>
              <a:schemeClr val="accent4">
                <a:lumMod val="50000"/>
              </a:schemeClr>
            </a:solidFill>
          </a:ln>
        </p:spPr>
        <p:style>
          <a:lnRef idx="1">
            <a:schemeClr val="accent2"/>
          </a:lnRef>
          <a:fillRef idx="0">
            <a:schemeClr val="accent2"/>
          </a:fillRef>
          <a:effectRef idx="0">
            <a:schemeClr val="accent2"/>
          </a:effectRef>
          <a:fontRef idx="minor">
            <a:schemeClr val="tx1"/>
          </a:fontRef>
        </p:style>
      </p:cxnSp>
      <p:pic>
        <p:nvPicPr>
          <p:cNvPr id="27" name="Picture 2" descr="Git full logo transparent PNG - StickPNG">
            <a:extLst>
              <a:ext uri="{FF2B5EF4-FFF2-40B4-BE49-F238E27FC236}">
                <a16:creationId xmlns:a16="http://schemas.microsoft.com/office/drawing/2014/main" id="{74842612-C1F1-D024-15A4-0101F67B094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743" r="25005"/>
          <a:stretch/>
        </p:blipFill>
        <p:spPr bwMode="auto">
          <a:xfrm>
            <a:off x="400595" y="4761004"/>
            <a:ext cx="1463040" cy="1533525"/>
          </a:xfrm>
          <a:prstGeom prst="rect">
            <a:avLst/>
          </a:prstGeom>
          <a:noFill/>
          <a:extLst>
            <a:ext uri="{909E8E84-426E-40DD-AFC4-6F175D3DCCD1}">
              <a14:hiddenFill xmlns:a14="http://schemas.microsoft.com/office/drawing/2010/main">
                <a:solidFill>
                  <a:srgbClr val="FFFFFF"/>
                </a:solidFill>
              </a14:hiddenFill>
            </a:ext>
          </a:extLst>
        </p:spPr>
      </p:pic>
      <p:sp>
        <p:nvSpPr>
          <p:cNvPr id="5" name="Titre 1">
            <a:extLst>
              <a:ext uri="{FF2B5EF4-FFF2-40B4-BE49-F238E27FC236}">
                <a16:creationId xmlns:a16="http://schemas.microsoft.com/office/drawing/2014/main" id="{58D888D6-D93C-9748-C058-498A183A813D}"/>
              </a:ext>
            </a:extLst>
          </p:cNvPr>
          <p:cNvSpPr>
            <a:spLocks noGrp="1"/>
          </p:cNvSpPr>
          <p:nvPr>
            <p:ph type="title"/>
          </p:nvPr>
        </p:nvSpPr>
        <p:spPr>
          <a:xfrm>
            <a:off x="0" y="365125"/>
            <a:ext cx="12192000" cy="1325563"/>
          </a:xfrm>
        </p:spPr>
        <p:txBody>
          <a:bodyPr>
            <a:normAutofit/>
          </a:bodyPr>
          <a:lstStyle/>
          <a:p>
            <a:pPr algn="ctr"/>
            <a:r>
              <a:rPr lang="fr-FR" sz="4000" dirty="0"/>
              <a:t>Dépôt local et gestion de versions, pourquoi faire ?</a:t>
            </a:r>
          </a:p>
        </p:txBody>
      </p:sp>
    </p:spTree>
    <p:extLst>
      <p:ext uri="{BB962C8B-B14F-4D97-AF65-F5344CB8AC3E}">
        <p14:creationId xmlns:p14="http://schemas.microsoft.com/office/powerpoint/2010/main" val="40878557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1D891FD-1485-A009-12F5-CC30FCDDB232}"/>
              </a:ext>
            </a:extLst>
          </p:cNvPr>
          <p:cNvSpPr>
            <a:spLocks noGrp="1"/>
          </p:cNvSpPr>
          <p:nvPr>
            <p:ph type="title"/>
          </p:nvPr>
        </p:nvSpPr>
        <p:spPr>
          <a:xfrm>
            <a:off x="0" y="365125"/>
            <a:ext cx="12192000" cy="1325563"/>
          </a:xfrm>
        </p:spPr>
        <p:txBody>
          <a:bodyPr/>
          <a:lstStyle/>
          <a:p>
            <a:pPr algn="ctr"/>
            <a:r>
              <a:rPr lang="fr-FR" dirty="0"/>
              <a:t>Pourquoi utiliser un dépôt distant ?</a:t>
            </a:r>
          </a:p>
        </p:txBody>
      </p:sp>
    </p:spTree>
    <p:extLst>
      <p:ext uri="{BB962C8B-B14F-4D97-AF65-F5344CB8AC3E}">
        <p14:creationId xmlns:p14="http://schemas.microsoft.com/office/powerpoint/2010/main" val="42878535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B9E0D-96B0-20F2-7F24-4A4D8B504BF1}"/>
            </a:ext>
          </a:extLst>
        </p:cNvPr>
        <p:cNvGrpSpPr/>
        <p:nvPr/>
      </p:nvGrpSpPr>
      <p:grpSpPr>
        <a:xfrm>
          <a:off x="0" y="0"/>
          <a:ext cx="0" cy="0"/>
          <a:chOff x="0" y="0"/>
          <a:chExt cx="0" cy="0"/>
        </a:xfrm>
      </p:grpSpPr>
      <p:pic>
        <p:nvPicPr>
          <p:cNvPr id="12" name="Graphique 11" descr="Nuage">
            <a:extLst>
              <a:ext uri="{FF2B5EF4-FFF2-40B4-BE49-F238E27FC236}">
                <a16:creationId xmlns:a16="http://schemas.microsoft.com/office/drawing/2014/main" id="{EC945D96-5F03-79F8-EB60-7BD119649B5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12330" y="707572"/>
            <a:ext cx="2704011" cy="2704011"/>
          </a:xfrm>
          <a:prstGeom prst="rect">
            <a:avLst/>
          </a:prstGeom>
        </p:spPr>
      </p:pic>
      <p:sp>
        <p:nvSpPr>
          <p:cNvPr id="3" name="Espace réservé du contenu 2">
            <a:extLst>
              <a:ext uri="{FF2B5EF4-FFF2-40B4-BE49-F238E27FC236}">
                <a16:creationId xmlns:a16="http://schemas.microsoft.com/office/drawing/2014/main" id="{B65EDA63-671A-4425-1CE4-BD1C2309A3A6}"/>
              </a:ext>
            </a:extLst>
          </p:cNvPr>
          <p:cNvSpPr>
            <a:spLocks noGrp="1"/>
          </p:cNvSpPr>
          <p:nvPr>
            <p:ph idx="1"/>
          </p:nvPr>
        </p:nvSpPr>
        <p:spPr>
          <a:xfrm>
            <a:off x="515983" y="2052050"/>
            <a:ext cx="6355080" cy="4351338"/>
          </a:xfrm>
        </p:spPr>
        <p:txBody>
          <a:bodyPr>
            <a:normAutofit/>
          </a:bodyPr>
          <a:lstStyle/>
          <a:p>
            <a:pPr>
              <a:lnSpc>
                <a:spcPct val="150000"/>
              </a:lnSpc>
            </a:pPr>
            <a:r>
              <a:rPr lang="fr-FR" sz="2400" dirty="0"/>
              <a:t>Permet d’héberger son projet en ligne</a:t>
            </a:r>
          </a:p>
        </p:txBody>
      </p:sp>
      <p:pic>
        <p:nvPicPr>
          <p:cNvPr id="6" name="Picture 4" descr="GitHub Logo, symbol, meaning, history, PNG, brand">
            <a:extLst>
              <a:ext uri="{FF2B5EF4-FFF2-40B4-BE49-F238E27FC236}">
                <a16:creationId xmlns:a16="http://schemas.microsoft.com/office/drawing/2014/main" id="{24860B12-0733-11A2-7BB0-C78C981FF621}"/>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8733199" y="1812523"/>
            <a:ext cx="1830298" cy="1029016"/>
          </a:xfrm>
          <a:prstGeom prst="rect">
            <a:avLst/>
          </a:prstGeom>
          <a:noFill/>
          <a:extLst>
            <a:ext uri="{909E8E84-426E-40DD-AFC4-6F175D3DCCD1}">
              <a14:hiddenFill xmlns:a14="http://schemas.microsoft.com/office/drawing/2010/main">
                <a:solidFill>
                  <a:srgbClr val="FFFFFF"/>
                </a:solidFill>
              </a14:hiddenFill>
            </a:ext>
          </a:extLst>
        </p:spPr>
      </p:pic>
      <p:pic>
        <p:nvPicPr>
          <p:cNvPr id="8" name="Graphique 7" descr="Dossier ouvert">
            <a:extLst>
              <a:ext uri="{FF2B5EF4-FFF2-40B4-BE49-F238E27FC236}">
                <a16:creationId xmlns:a16="http://schemas.microsoft.com/office/drawing/2014/main" id="{E781461A-8723-DD32-39D1-6F372FD856F9}"/>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482840" y="3553098"/>
            <a:ext cx="809897" cy="809897"/>
          </a:xfrm>
          <a:prstGeom prst="rect">
            <a:avLst/>
          </a:prstGeom>
        </p:spPr>
      </p:pic>
      <p:pic>
        <p:nvPicPr>
          <p:cNvPr id="10" name="Graphique 9" descr="Ordinateur">
            <a:extLst>
              <a:ext uri="{FF2B5EF4-FFF2-40B4-BE49-F238E27FC236}">
                <a16:creationId xmlns:a16="http://schemas.microsoft.com/office/drawing/2014/main" id="{6E46DBE0-9E63-871B-6247-16140B65CEC5}"/>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7354389" y="5061857"/>
            <a:ext cx="1345474" cy="1345474"/>
          </a:xfrm>
          <a:prstGeom prst="rect">
            <a:avLst/>
          </a:prstGeom>
        </p:spPr>
      </p:pic>
      <p:sp>
        <p:nvSpPr>
          <p:cNvPr id="13" name="Flèche : bas 12">
            <a:extLst>
              <a:ext uri="{FF2B5EF4-FFF2-40B4-BE49-F238E27FC236}">
                <a16:creationId xmlns:a16="http://schemas.microsoft.com/office/drawing/2014/main" id="{8B5283B0-8226-8130-E563-BF08497C0025}"/>
              </a:ext>
            </a:extLst>
          </p:cNvPr>
          <p:cNvSpPr/>
          <p:nvPr/>
        </p:nvSpPr>
        <p:spPr>
          <a:xfrm rot="12252720">
            <a:off x="8307976" y="2804160"/>
            <a:ext cx="470261" cy="2394856"/>
          </a:xfrm>
          <a:prstGeom prst="downArrow">
            <a:avLst>
              <a:gd name="adj1" fmla="val 31481"/>
              <a:gd name="adj2" fmla="val 8023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7" name="Titre 1">
            <a:extLst>
              <a:ext uri="{FF2B5EF4-FFF2-40B4-BE49-F238E27FC236}">
                <a16:creationId xmlns:a16="http://schemas.microsoft.com/office/drawing/2014/main" id="{1AF06A71-B459-9788-B3E2-ED42F99C957B}"/>
              </a:ext>
            </a:extLst>
          </p:cNvPr>
          <p:cNvSpPr>
            <a:spLocks noGrp="1"/>
          </p:cNvSpPr>
          <p:nvPr>
            <p:ph type="title"/>
          </p:nvPr>
        </p:nvSpPr>
        <p:spPr>
          <a:xfrm>
            <a:off x="0" y="365125"/>
            <a:ext cx="12192000" cy="1325563"/>
          </a:xfrm>
        </p:spPr>
        <p:txBody>
          <a:bodyPr/>
          <a:lstStyle/>
          <a:p>
            <a:pPr algn="ctr"/>
            <a:r>
              <a:rPr lang="fr-FR" dirty="0"/>
              <a:t>Pourquoi utiliser un dépôt distant ?</a:t>
            </a:r>
          </a:p>
        </p:txBody>
      </p:sp>
    </p:spTree>
    <p:extLst>
      <p:ext uri="{BB962C8B-B14F-4D97-AF65-F5344CB8AC3E}">
        <p14:creationId xmlns:p14="http://schemas.microsoft.com/office/powerpoint/2010/main" val="24042191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Graphique 11" descr="Nuage">
            <a:extLst>
              <a:ext uri="{FF2B5EF4-FFF2-40B4-BE49-F238E27FC236}">
                <a16:creationId xmlns:a16="http://schemas.microsoft.com/office/drawing/2014/main" id="{4D962F4F-E5E4-90EB-519E-39B0B80F7FE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12330" y="707572"/>
            <a:ext cx="2704011" cy="2704011"/>
          </a:xfrm>
          <a:prstGeom prst="rect">
            <a:avLst/>
          </a:prstGeom>
        </p:spPr>
      </p:pic>
      <p:sp>
        <p:nvSpPr>
          <p:cNvPr id="3" name="Espace réservé du contenu 2">
            <a:extLst>
              <a:ext uri="{FF2B5EF4-FFF2-40B4-BE49-F238E27FC236}">
                <a16:creationId xmlns:a16="http://schemas.microsoft.com/office/drawing/2014/main" id="{6885857A-C421-6955-1136-AA2B86C7B451}"/>
              </a:ext>
            </a:extLst>
          </p:cNvPr>
          <p:cNvSpPr>
            <a:spLocks noGrp="1"/>
          </p:cNvSpPr>
          <p:nvPr>
            <p:ph idx="1"/>
          </p:nvPr>
        </p:nvSpPr>
        <p:spPr>
          <a:xfrm>
            <a:off x="515983" y="2052050"/>
            <a:ext cx="6355080" cy="4351338"/>
          </a:xfrm>
        </p:spPr>
        <p:txBody>
          <a:bodyPr>
            <a:normAutofit/>
          </a:bodyPr>
          <a:lstStyle/>
          <a:p>
            <a:pPr>
              <a:lnSpc>
                <a:spcPct val="150000"/>
              </a:lnSpc>
            </a:pPr>
            <a:r>
              <a:rPr lang="fr-FR" sz="2400" dirty="0"/>
              <a:t>Permet d’héberger son projet en ligne</a:t>
            </a:r>
          </a:p>
          <a:p>
            <a:pPr>
              <a:lnSpc>
                <a:spcPct val="150000"/>
              </a:lnSpc>
            </a:pPr>
            <a:r>
              <a:rPr lang="fr-FR" sz="2400" dirty="0"/>
              <a:t>Sauvegarde des historiques de modifications</a:t>
            </a:r>
          </a:p>
        </p:txBody>
      </p:sp>
      <p:pic>
        <p:nvPicPr>
          <p:cNvPr id="6" name="Picture 4" descr="GitHub Logo, symbol, meaning, history, PNG, brand">
            <a:extLst>
              <a:ext uri="{FF2B5EF4-FFF2-40B4-BE49-F238E27FC236}">
                <a16:creationId xmlns:a16="http://schemas.microsoft.com/office/drawing/2014/main" id="{634E073A-A4FD-560A-AD8E-287CA4AE0D25}"/>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8733199" y="1812523"/>
            <a:ext cx="1830298" cy="1029016"/>
          </a:xfrm>
          <a:prstGeom prst="rect">
            <a:avLst/>
          </a:prstGeom>
          <a:noFill/>
          <a:extLst>
            <a:ext uri="{909E8E84-426E-40DD-AFC4-6F175D3DCCD1}">
              <a14:hiddenFill xmlns:a14="http://schemas.microsoft.com/office/drawing/2010/main">
                <a:solidFill>
                  <a:srgbClr val="FFFFFF"/>
                </a:solidFill>
              </a14:hiddenFill>
            </a:ext>
          </a:extLst>
        </p:spPr>
      </p:pic>
      <p:pic>
        <p:nvPicPr>
          <p:cNvPr id="8" name="Graphique 7" descr="Dossier ouvert">
            <a:extLst>
              <a:ext uri="{FF2B5EF4-FFF2-40B4-BE49-F238E27FC236}">
                <a16:creationId xmlns:a16="http://schemas.microsoft.com/office/drawing/2014/main" id="{442A8684-9A29-E652-0A98-641CD0B78A0D}"/>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482840" y="3553098"/>
            <a:ext cx="809897" cy="809897"/>
          </a:xfrm>
          <a:prstGeom prst="rect">
            <a:avLst/>
          </a:prstGeom>
        </p:spPr>
      </p:pic>
      <p:pic>
        <p:nvPicPr>
          <p:cNvPr id="10" name="Graphique 9" descr="Ordinateur">
            <a:extLst>
              <a:ext uri="{FF2B5EF4-FFF2-40B4-BE49-F238E27FC236}">
                <a16:creationId xmlns:a16="http://schemas.microsoft.com/office/drawing/2014/main" id="{4AE3E002-7CF7-4735-27B1-45141B56CD62}"/>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7354389" y="5061857"/>
            <a:ext cx="1345474" cy="1345474"/>
          </a:xfrm>
          <a:prstGeom prst="rect">
            <a:avLst/>
          </a:prstGeom>
        </p:spPr>
      </p:pic>
      <p:sp>
        <p:nvSpPr>
          <p:cNvPr id="13" name="Flèche : bas 12">
            <a:extLst>
              <a:ext uri="{FF2B5EF4-FFF2-40B4-BE49-F238E27FC236}">
                <a16:creationId xmlns:a16="http://schemas.microsoft.com/office/drawing/2014/main" id="{5B350EE7-089A-13BA-8DCD-7D9617922CE8}"/>
              </a:ext>
            </a:extLst>
          </p:cNvPr>
          <p:cNvSpPr/>
          <p:nvPr/>
        </p:nvSpPr>
        <p:spPr>
          <a:xfrm rot="12252720">
            <a:off x="8307976" y="2804160"/>
            <a:ext cx="470261" cy="2394856"/>
          </a:xfrm>
          <a:prstGeom prst="downArrow">
            <a:avLst>
              <a:gd name="adj1" fmla="val 31481"/>
              <a:gd name="adj2" fmla="val 8023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pic>
        <p:nvPicPr>
          <p:cNvPr id="4" name="Graphique 3" descr="Dossier ouvert">
            <a:extLst>
              <a:ext uri="{FF2B5EF4-FFF2-40B4-BE49-F238E27FC236}">
                <a16:creationId xmlns:a16="http://schemas.microsoft.com/office/drawing/2014/main" id="{DFF53526-8375-0B8B-F376-DF25D4F18563}"/>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7635240" y="3705498"/>
            <a:ext cx="809897" cy="809897"/>
          </a:xfrm>
          <a:prstGeom prst="rect">
            <a:avLst/>
          </a:prstGeom>
        </p:spPr>
      </p:pic>
      <p:pic>
        <p:nvPicPr>
          <p:cNvPr id="5" name="Graphique 4" descr="Dossier ouvert">
            <a:extLst>
              <a:ext uri="{FF2B5EF4-FFF2-40B4-BE49-F238E27FC236}">
                <a16:creationId xmlns:a16="http://schemas.microsoft.com/office/drawing/2014/main" id="{ADE322A6-8470-3564-8B97-492B908BE01C}"/>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7787640" y="3857898"/>
            <a:ext cx="809897" cy="809897"/>
          </a:xfrm>
          <a:prstGeom prst="rect">
            <a:avLst/>
          </a:prstGeom>
        </p:spPr>
      </p:pic>
      <p:sp>
        <p:nvSpPr>
          <p:cNvPr id="14" name="Titre 1">
            <a:extLst>
              <a:ext uri="{FF2B5EF4-FFF2-40B4-BE49-F238E27FC236}">
                <a16:creationId xmlns:a16="http://schemas.microsoft.com/office/drawing/2014/main" id="{83E6560E-763A-4BCF-0ED4-690CFBD69D5C}"/>
              </a:ext>
            </a:extLst>
          </p:cNvPr>
          <p:cNvSpPr>
            <a:spLocks noGrp="1"/>
          </p:cNvSpPr>
          <p:nvPr>
            <p:ph type="title"/>
          </p:nvPr>
        </p:nvSpPr>
        <p:spPr>
          <a:xfrm>
            <a:off x="0" y="365125"/>
            <a:ext cx="12192000" cy="1325563"/>
          </a:xfrm>
        </p:spPr>
        <p:txBody>
          <a:bodyPr/>
          <a:lstStyle/>
          <a:p>
            <a:pPr algn="ctr"/>
            <a:r>
              <a:rPr lang="fr-FR" dirty="0"/>
              <a:t>Pourquoi utiliser un dépôt distant ?</a:t>
            </a:r>
          </a:p>
        </p:txBody>
      </p:sp>
    </p:spTree>
    <p:extLst>
      <p:ext uri="{BB962C8B-B14F-4D97-AF65-F5344CB8AC3E}">
        <p14:creationId xmlns:p14="http://schemas.microsoft.com/office/powerpoint/2010/main" val="29767458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Graphique 11" descr="Nuage">
            <a:extLst>
              <a:ext uri="{FF2B5EF4-FFF2-40B4-BE49-F238E27FC236}">
                <a16:creationId xmlns:a16="http://schemas.microsoft.com/office/drawing/2014/main" id="{4D962F4F-E5E4-90EB-519E-39B0B80F7FE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12330" y="707572"/>
            <a:ext cx="2704011" cy="2704011"/>
          </a:xfrm>
          <a:prstGeom prst="rect">
            <a:avLst/>
          </a:prstGeom>
        </p:spPr>
      </p:pic>
      <p:sp>
        <p:nvSpPr>
          <p:cNvPr id="3" name="Espace réservé du contenu 2">
            <a:extLst>
              <a:ext uri="{FF2B5EF4-FFF2-40B4-BE49-F238E27FC236}">
                <a16:creationId xmlns:a16="http://schemas.microsoft.com/office/drawing/2014/main" id="{6885857A-C421-6955-1136-AA2B86C7B451}"/>
              </a:ext>
            </a:extLst>
          </p:cNvPr>
          <p:cNvSpPr>
            <a:spLocks noGrp="1"/>
          </p:cNvSpPr>
          <p:nvPr>
            <p:ph idx="1"/>
          </p:nvPr>
        </p:nvSpPr>
        <p:spPr>
          <a:xfrm>
            <a:off x="515983" y="2052050"/>
            <a:ext cx="6355080" cy="4351338"/>
          </a:xfrm>
        </p:spPr>
        <p:txBody>
          <a:bodyPr>
            <a:normAutofit/>
          </a:bodyPr>
          <a:lstStyle/>
          <a:p>
            <a:pPr>
              <a:lnSpc>
                <a:spcPct val="150000"/>
              </a:lnSpc>
            </a:pPr>
            <a:r>
              <a:rPr lang="fr-FR" sz="2400" dirty="0"/>
              <a:t>Permet d’héberger son projet en ligne</a:t>
            </a:r>
          </a:p>
          <a:p>
            <a:pPr>
              <a:lnSpc>
                <a:spcPct val="150000"/>
              </a:lnSpc>
            </a:pPr>
            <a:r>
              <a:rPr lang="fr-FR" sz="2400" dirty="0"/>
              <a:t>Sauvegarde des historiques de modifications</a:t>
            </a:r>
          </a:p>
          <a:p>
            <a:pPr>
              <a:lnSpc>
                <a:spcPct val="150000"/>
              </a:lnSpc>
            </a:pPr>
            <a:r>
              <a:rPr lang="fr-FR" sz="2400" dirty="0"/>
              <a:t>Possibilité de sécuriser son projet (privé)</a:t>
            </a:r>
          </a:p>
        </p:txBody>
      </p:sp>
      <p:pic>
        <p:nvPicPr>
          <p:cNvPr id="6" name="Picture 4" descr="GitHub Logo, symbol, meaning, history, PNG, brand">
            <a:extLst>
              <a:ext uri="{FF2B5EF4-FFF2-40B4-BE49-F238E27FC236}">
                <a16:creationId xmlns:a16="http://schemas.microsoft.com/office/drawing/2014/main" id="{634E073A-A4FD-560A-AD8E-287CA4AE0D25}"/>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8733199" y="1812523"/>
            <a:ext cx="1830298" cy="1029016"/>
          </a:xfrm>
          <a:prstGeom prst="rect">
            <a:avLst/>
          </a:prstGeom>
          <a:noFill/>
          <a:extLst>
            <a:ext uri="{909E8E84-426E-40DD-AFC4-6F175D3DCCD1}">
              <a14:hiddenFill xmlns:a14="http://schemas.microsoft.com/office/drawing/2010/main">
                <a:solidFill>
                  <a:srgbClr val="FFFFFF"/>
                </a:solidFill>
              </a14:hiddenFill>
            </a:ext>
          </a:extLst>
        </p:spPr>
      </p:pic>
      <p:pic>
        <p:nvPicPr>
          <p:cNvPr id="8" name="Graphique 7" descr="Dossier ouvert">
            <a:extLst>
              <a:ext uri="{FF2B5EF4-FFF2-40B4-BE49-F238E27FC236}">
                <a16:creationId xmlns:a16="http://schemas.microsoft.com/office/drawing/2014/main" id="{442A8684-9A29-E652-0A98-641CD0B78A0D}"/>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482840" y="3553098"/>
            <a:ext cx="809897" cy="809897"/>
          </a:xfrm>
          <a:prstGeom prst="rect">
            <a:avLst/>
          </a:prstGeom>
        </p:spPr>
      </p:pic>
      <p:pic>
        <p:nvPicPr>
          <p:cNvPr id="10" name="Graphique 9" descr="Ordinateur">
            <a:extLst>
              <a:ext uri="{FF2B5EF4-FFF2-40B4-BE49-F238E27FC236}">
                <a16:creationId xmlns:a16="http://schemas.microsoft.com/office/drawing/2014/main" id="{4AE3E002-7CF7-4735-27B1-45141B56CD62}"/>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7354389" y="5061857"/>
            <a:ext cx="1345474" cy="1345474"/>
          </a:xfrm>
          <a:prstGeom prst="rect">
            <a:avLst/>
          </a:prstGeom>
        </p:spPr>
      </p:pic>
      <p:sp>
        <p:nvSpPr>
          <p:cNvPr id="13" name="Flèche : bas 12">
            <a:extLst>
              <a:ext uri="{FF2B5EF4-FFF2-40B4-BE49-F238E27FC236}">
                <a16:creationId xmlns:a16="http://schemas.microsoft.com/office/drawing/2014/main" id="{5B350EE7-089A-13BA-8DCD-7D9617922CE8}"/>
              </a:ext>
            </a:extLst>
          </p:cNvPr>
          <p:cNvSpPr/>
          <p:nvPr/>
        </p:nvSpPr>
        <p:spPr>
          <a:xfrm rot="12252720">
            <a:off x="8307976" y="2804160"/>
            <a:ext cx="470261" cy="2394856"/>
          </a:xfrm>
          <a:prstGeom prst="downArrow">
            <a:avLst>
              <a:gd name="adj1" fmla="val 31481"/>
              <a:gd name="adj2" fmla="val 8023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pic>
        <p:nvPicPr>
          <p:cNvPr id="4" name="Graphique 3" descr="Verrouiller">
            <a:extLst>
              <a:ext uri="{FF2B5EF4-FFF2-40B4-BE49-F238E27FC236}">
                <a16:creationId xmlns:a16="http://schemas.microsoft.com/office/drawing/2014/main" id="{145DBDCB-166D-8B11-65AE-FB8C6B9D44A5}"/>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7476308" y="1752599"/>
            <a:ext cx="914400" cy="914400"/>
          </a:xfrm>
          <a:prstGeom prst="rect">
            <a:avLst/>
          </a:prstGeom>
        </p:spPr>
      </p:pic>
      <p:sp>
        <p:nvSpPr>
          <p:cNvPr id="9" name="Titre 1">
            <a:extLst>
              <a:ext uri="{FF2B5EF4-FFF2-40B4-BE49-F238E27FC236}">
                <a16:creationId xmlns:a16="http://schemas.microsoft.com/office/drawing/2014/main" id="{573BAF25-3DB2-5F2C-8DA1-1B8959143DFA}"/>
              </a:ext>
            </a:extLst>
          </p:cNvPr>
          <p:cNvSpPr>
            <a:spLocks noGrp="1"/>
          </p:cNvSpPr>
          <p:nvPr>
            <p:ph type="title"/>
          </p:nvPr>
        </p:nvSpPr>
        <p:spPr>
          <a:xfrm>
            <a:off x="0" y="365125"/>
            <a:ext cx="12192000" cy="1325563"/>
          </a:xfrm>
        </p:spPr>
        <p:txBody>
          <a:bodyPr/>
          <a:lstStyle/>
          <a:p>
            <a:pPr algn="ctr"/>
            <a:r>
              <a:rPr lang="fr-FR" dirty="0"/>
              <a:t>Pourquoi utiliser un dépôt distant ?</a:t>
            </a:r>
          </a:p>
        </p:txBody>
      </p:sp>
    </p:spTree>
    <p:extLst>
      <p:ext uri="{BB962C8B-B14F-4D97-AF65-F5344CB8AC3E}">
        <p14:creationId xmlns:p14="http://schemas.microsoft.com/office/powerpoint/2010/main" val="4176397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Graphique 11" descr="Nuage">
            <a:extLst>
              <a:ext uri="{FF2B5EF4-FFF2-40B4-BE49-F238E27FC236}">
                <a16:creationId xmlns:a16="http://schemas.microsoft.com/office/drawing/2014/main" id="{4D962F4F-E5E4-90EB-519E-39B0B80F7FE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12330" y="707572"/>
            <a:ext cx="2704011" cy="2704011"/>
          </a:xfrm>
          <a:prstGeom prst="rect">
            <a:avLst/>
          </a:prstGeom>
        </p:spPr>
      </p:pic>
      <p:sp>
        <p:nvSpPr>
          <p:cNvPr id="3" name="Espace réservé du contenu 2">
            <a:extLst>
              <a:ext uri="{FF2B5EF4-FFF2-40B4-BE49-F238E27FC236}">
                <a16:creationId xmlns:a16="http://schemas.microsoft.com/office/drawing/2014/main" id="{6885857A-C421-6955-1136-AA2B86C7B451}"/>
              </a:ext>
            </a:extLst>
          </p:cNvPr>
          <p:cNvSpPr>
            <a:spLocks noGrp="1"/>
          </p:cNvSpPr>
          <p:nvPr>
            <p:ph idx="1"/>
          </p:nvPr>
        </p:nvSpPr>
        <p:spPr>
          <a:xfrm>
            <a:off x="515983" y="2052050"/>
            <a:ext cx="6355080" cy="4351338"/>
          </a:xfrm>
        </p:spPr>
        <p:txBody>
          <a:bodyPr>
            <a:normAutofit/>
          </a:bodyPr>
          <a:lstStyle/>
          <a:p>
            <a:pPr>
              <a:lnSpc>
                <a:spcPct val="150000"/>
              </a:lnSpc>
            </a:pPr>
            <a:r>
              <a:rPr lang="fr-FR" sz="2400" dirty="0"/>
              <a:t>Permet d’héberger son projet en ligne</a:t>
            </a:r>
          </a:p>
          <a:p>
            <a:pPr>
              <a:lnSpc>
                <a:spcPct val="150000"/>
              </a:lnSpc>
            </a:pPr>
            <a:r>
              <a:rPr lang="fr-FR" sz="2400" dirty="0"/>
              <a:t>Sauvegarde des historiques de modifications</a:t>
            </a:r>
          </a:p>
          <a:p>
            <a:pPr>
              <a:lnSpc>
                <a:spcPct val="150000"/>
              </a:lnSpc>
            </a:pPr>
            <a:r>
              <a:rPr lang="fr-FR" sz="2400" dirty="0"/>
              <a:t>Possibilité de sécuriser son projet (privé)</a:t>
            </a:r>
          </a:p>
          <a:p>
            <a:pPr>
              <a:lnSpc>
                <a:spcPct val="150000"/>
              </a:lnSpc>
            </a:pPr>
            <a:r>
              <a:rPr lang="fr-FR" sz="2400" dirty="0"/>
              <a:t>Partage des versions avec tous les collaborateurs (public)</a:t>
            </a:r>
          </a:p>
        </p:txBody>
      </p:sp>
      <p:pic>
        <p:nvPicPr>
          <p:cNvPr id="6" name="Picture 4" descr="GitHub Logo, symbol, meaning, history, PNG, brand">
            <a:extLst>
              <a:ext uri="{FF2B5EF4-FFF2-40B4-BE49-F238E27FC236}">
                <a16:creationId xmlns:a16="http://schemas.microsoft.com/office/drawing/2014/main" id="{634E073A-A4FD-560A-AD8E-287CA4AE0D25}"/>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8733199" y="1812523"/>
            <a:ext cx="1830298" cy="1029016"/>
          </a:xfrm>
          <a:prstGeom prst="rect">
            <a:avLst/>
          </a:prstGeom>
          <a:noFill/>
          <a:extLst>
            <a:ext uri="{909E8E84-426E-40DD-AFC4-6F175D3DCCD1}">
              <a14:hiddenFill xmlns:a14="http://schemas.microsoft.com/office/drawing/2010/main">
                <a:solidFill>
                  <a:srgbClr val="FFFFFF"/>
                </a:solidFill>
              </a14:hiddenFill>
            </a:ext>
          </a:extLst>
        </p:spPr>
      </p:pic>
      <p:pic>
        <p:nvPicPr>
          <p:cNvPr id="8" name="Graphique 7" descr="Dossier ouvert">
            <a:extLst>
              <a:ext uri="{FF2B5EF4-FFF2-40B4-BE49-F238E27FC236}">
                <a16:creationId xmlns:a16="http://schemas.microsoft.com/office/drawing/2014/main" id="{442A8684-9A29-E652-0A98-641CD0B78A0D}"/>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482840" y="3553098"/>
            <a:ext cx="809897" cy="809897"/>
          </a:xfrm>
          <a:prstGeom prst="rect">
            <a:avLst/>
          </a:prstGeom>
        </p:spPr>
      </p:pic>
      <p:pic>
        <p:nvPicPr>
          <p:cNvPr id="10" name="Graphique 9" descr="Ordinateur">
            <a:extLst>
              <a:ext uri="{FF2B5EF4-FFF2-40B4-BE49-F238E27FC236}">
                <a16:creationId xmlns:a16="http://schemas.microsoft.com/office/drawing/2014/main" id="{4AE3E002-7CF7-4735-27B1-45141B56CD62}"/>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7354389" y="5061857"/>
            <a:ext cx="1345474" cy="1345474"/>
          </a:xfrm>
          <a:prstGeom prst="rect">
            <a:avLst/>
          </a:prstGeom>
        </p:spPr>
      </p:pic>
      <p:sp>
        <p:nvSpPr>
          <p:cNvPr id="13" name="Flèche : bas 12">
            <a:extLst>
              <a:ext uri="{FF2B5EF4-FFF2-40B4-BE49-F238E27FC236}">
                <a16:creationId xmlns:a16="http://schemas.microsoft.com/office/drawing/2014/main" id="{5B350EE7-089A-13BA-8DCD-7D9617922CE8}"/>
              </a:ext>
            </a:extLst>
          </p:cNvPr>
          <p:cNvSpPr/>
          <p:nvPr/>
        </p:nvSpPr>
        <p:spPr>
          <a:xfrm rot="12252720">
            <a:off x="8307976" y="2804160"/>
            <a:ext cx="470261" cy="2394856"/>
          </a:xfrm>
          <a:prstGeom prst="downArrow">
            <a:avLst>
              <a:gd name="adj1" fmla="val 31481"/>
              <a:gd name="adj2" fmla="val 8023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pic>
        <p:nvPicPr>
          <p:cNvPr id="14" name="Graphique 13" descr="Ordinateur">
            <a:extLst>
              <a:ext uri="{FF2B5EF4-FFF2-40B4-BE49-F238E27FC236}">
                <a16:creationId xmlns:a16="http://schemas.microsoft.com/office/drawing/2014/main" id="{E3312C8E-875F-DE23-7CF0-A5C4670C6C74}"/>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9013371" y="5066211"/>
            <a:ext cx="1345474" cy="1345474"/>
          </a:xfrm>
          <a:prstGeom prst="rect">
            <a:avLst/>
          </a:prstGeom>
        </p:spPr>
      </p:pic>
      <p:pic>
        <p:nvPicPr>
          <p:cNvPr id="15" name="Graphique 14" descr="Ordinateur">
            <a:extLst>
              <a:ext uri="{FF2B5EF4-FFF2-40B4-BE49-F238E27FC236}">
                <a16:creationId xmlns:a16="http://schemas.microsoft.com/office/drawing/2014/main" id="{4252AB68-3E2F-DB48-EFF8-0F58E131ECB6}"/>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10672354" y="5044439"/>
            <a:ext cx="1345474" cy="1345474"/>
          </a:xfrm>
          <a:prstGeom prst="rect">
            <a:avLst/>
          </a:prstGeom>
        </p:spPr>
      </p:pic>
      <p:sp>
        <p:nvSpPr>
          <p:cNvPr id="16" name="Flèche : bas 15">
            <a:extLst>
              <a:ext uri="{FF2B5EF4-FFF2-40B4-BE49-F238E27FC236}">
                <a16:creationId xmlns:a16="http://schemas.microsoft.com/office/drawing/2014/main" id="{D930915C-AAA4-6D98-CF25-5BF75D5A94D0}"/>
              </a:ext>
            </a:extLst>
          </p:cNvPr>
          <p:cNvSpPr/>
          <p:nvPr/>
        </p:nvSpPr>
        <p:spPr>
          <a:xfrm>
            <a:off x="9366068" y="2874025"/>
            <a:ext cx="470261" cy="2394856"/>
          </a:xfrm>
          <a:prstGeom prst="downArrow">
            <a:avLst>
              <a:gd name="adj1" fmla="val 31481"/>
              <a:gd name="adj2" fmla="val 8023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17" name="Flèche : bas 16">
            <a:extLst>
              <a:ext uri="{FF2B5EF4-FFF2-40B4-BE49-F238E27FC236}">
                <a16:creationId xmlns:a16="http://schemas.microsoft.com/office/drawing/2014/main" id="{49F7F581-9E76-9EA6-7CA0-920D9A01E6EA}"/>
              </a:ext>
            </a:extLst>
          </p:cNvPr>
          <p:cNvSpPr/>
          <p:nvPr/>
        </p:nvSpPr>
        <p:spPr>
          <a:xfrm rot="20166037">
            <a:off x="10519954" y="2805652"/>
            <a:ext cx="470261" cy="2394856"/>
          </a:xfrm>
          <a:prstGeom prst="downArrow">
            <a:avLst>
              <a:gd name="adj1" fmla="val 31481"/>
              <a:gd name="adj2" fmla="val 8023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pic>
        <p:nvPicPr>
          <p:cNvPr id="4" name="Graphique 3" descr="Dossier ouvert">
            <a:extLst>
              <a:ext uri="{FF2B5EF4-FFF2-40B4-BE49-F238E27FC236}">
                <a16:creationId xmlns:a16="http://schemas.microsoft.com/office/drawing/2014/main" id="{B31CD32F-AEDE-F881-1656-638BBC6D194A}"/>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9690463" y="4167053"/>
            <a:ext cx="809897" cy="809897"/>
          </a:xfrm>
          <a:prstGeom prst="rect">
            <a:avLst/>
          </a:prstGeom>
        </p:spPr>
      </p:pic>
      <p:pic>
        <p:nvPicPr>
          <p:cNvPr id="5" name="Graphique 4" descr="Dossier ouvert">
            <a:extLst>
              <a:ext uri="{FF2B5EF4-FFF2-40B4-BE49-F238E27FC236}">
                <a16:creationId xmlns:a16="http://schemas.microsoft.com/office/drawing/2014/main" id="{C09DD3A1-C852-4E8A-1FED-5470FB888D79}"/>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1053354" y="3857898"/>
            <a:ext cx="809897" cy="809897"/>
          </a:xfrm>
          <a:prstGeom prst="rect">
            <a:avLst/>
          </a:prstGeom>
        </p:spPr>
      </p:pic>
      <p:pic>
        <p:nvPicPr>
          <p:cNvPr id="9" name="Graphique 8" descr="Déverrouiller">
            <a:extLst>
              <a:ext uri="{FF2B5EF4-FFF2-40B4-BE49-F238E27FC236}">
                <a16:creationId xmlns:a16="http://schemas.microsoft.com/office/drawing/2014/main" id="{0F136CEC-C935-76FA-5987-505A16C5B5C9}"/>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7467600" y="1717764"/>
            <a:ext cx="914400" cy="914400"/>
          </a:xfrm>
          <a:prstGeom prst="rect">
            <a:avLst/>
          </a:prstGeom>
        </p:spPr>
      </p:pic>
      <p:sp>
        <p:nvSpPr>
          <p:cNvPr id="18" name="Titre 1">
            <a:extLst>
              <a:ext uri="{FF2B5EF4-FFF2-40B4-BE49-F238E27FC236}">
                <a16:creationId xmlns:a16="http://schemas.microsoft.com/office/drawing/2014/main" id="{E9D50C4B-A1A7-BCA2-321D-F5E226B392E6}"/>
              </a:ext>
            </a:extLst>
          </p:cNvPr>
          <p:cNvSpPr>
            <a:spLocks noGrp="1"/>
          </p:cNvSpPr>
          <p:nvPr>
            <p:ph type="title"/>
          </p:nvPr>
        </p:nvSpPr>
        <p:spPr>
          <a:xfrm>
            <a:off x="0" y="365125"/>
            <a:ext cx="12192000" cy="1325563"/>
          </a:xfrm>
        </p:spPr>
        <p:txBody>
          <a:bodyPr/>
          <a:lstStyle/>
          <a:p>
            <a:pPr algn="ctr"/>
            <a:r>
              <a:rPr lang="fr-FR" dirty="0"/>
              <a:t>Pourquoi utiliser un dépôt distant ?</a:t>
            </a:r>
          </a:p>
        </p:txBody>
      </p:sp>
    </p:spTree>
    <p:extLst>
      <p:ext uri="{BB962C8B-B14F-4D97-AF65-F5344CB8AC3E}">
        <p14:creationId xmlns:p14="http://schemas.microsoft.com/office/powerpoint/2010/main" val="33096546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Git full logo transparent PNG - StickPNG">
            <a:extLst>
              <a:ext uri="{FF2B5EF4-FFF2-40B4-BE49-F238E27FC236}">
                <a16:creationId xmlns:a16="http://schemas.microsoft.com/office/drawing/2014/main" id="{F6B6E432-FDC9-D7E3-39E3-D92997D9CE7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93603" y="206421"/>
            <a:ext cx="2647950" cy="153352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What is Git Bash | Download a Terminal for Windows">
            <a:extLst>
              <a:ext uri="{FF2B5EF4-FFF2-40B4-BE49-F238E27FC236}">
                <a16:creationId xmlns:a16="http://schemas.microsoft.com/office/drawing/2014/main" id="{CDB165B8-7CB6-9B6E-A801-A11EEB5C88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86950" y="228192"/>
            <a:ext cx="2305050" cy="1228725"/>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 name="Titre 1">
            <a:extLst>
              <a:ext uri="{FF2B5EF4-FFF2-40B4-BE49-F238E27FC236}">
                <a16:creationId xmlns:a16="http://schemas.microsoft.com/office/drawing/2014/main" id="{0EAA4061-E73F-FD5C-6710-2CCDAB886375}"/>
              </a:ext>
            </a:extLst>
          </p:cNvPr>
          <p:cNvSpPr>
            <a:spLocks noGrp="1"/>
          </p:cNvSpPr>
          <p:nvPr>
            <p:ph type="title"/>
          </p:nvPr>
        </p:nvSpPr>
        <p:spPr/>
        <p:txBody>
          <a:bodyPr/>
          <a:lstStyle/>
          <a:p>
            <a:r>
              <a:rPr lang="fr-FR" dirty="0"/>
              <a:t>GIT, le contrôle de version local</a:t>
            </a:r>
          </a:p>
        </p:txBody>
      </p:sp>
      <p:sp>
        <p:nvSpPr>
          <p:cNvPr id="6" name="ZoneTexte 5">
            <a:extLst>
              <a:ext uri="{FF2B5EF4-FFF2-40B4-BE49-F238E27FC236}">
                <a16:creationId xmlns:a16="http://schemas.microsoft.com/office/drawing/2014/main" id="{D4AECEE8-FF39-EADD-189F-70B09FD34C1C}"/>
              </a:ext>
            </a:extLst>
          </p:cNvPr>
          <p:cNvSpPr txBox="1"/>
          <p:nvPr/>
        </p:nvSpPr>
        <p:spPr>
          <a:xfrm>
            <a:off x="609600" y="1785982"/>
            <a:ext cx="10737668" cy="3539430"/>
          </a:xfrm>
          <a:prstGeom prst="rect">
            <a:avLst/>
          </a:prstGeom>
          <a:solidFill>
            <a:schemeClr val="tx1"/>
          </a:solidFill>
        </p:spPr>
        <p:txBody>
          <a:bodyPr wrap="square">
            <a:spAutoFit/>
          </a:bodyPr>
          <a:lstStyle/>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a:t>
            </a:r>
            <a:r>
              <a:rPr lang="fr-FR" sz="1600" b="0" i="0" dirty="0">
                <a:solidFill>
                  <a:srgbClr val="FFFFFF"/>
                </a:solidFill>
                <a:effectLst/>
                <a:latin typeface="Courier New" panose="02070309020205020404" pitchFamily="49" charset="0"/>
              </a:rPr>
              <a:t> </a:t>
            </a:r>
          </a:p>
          <a:p>
            <a:r>
              <a:rPr lang="fr-FR" sz="1600" b="0" i="0" dirty="0">
                <a:solidFill>
                  <a:srgbClr val="FFFFFF"/>
                </a:solidFill>
                <a:effectLst/>
                <a:latin typeface="Courier New" panose="02070309020205020404" pitchFamily="49" charset="0"/>
              </a:rPr>
              <a:t>$ cd Documents </a:t>
            </a:r>
            <a:r>
              <a:rPr lang="fr-FR" sz="1600" b="0" i="0" dirty="0">
                <a:solidFill>
                  <a:srgbClr val="00B0F0"/>
                </a:solidFill>
                <a:effectLst/>
                <a:latin typeface="Courier New" panose="02070309020205020404" pitchFamily="49" charset="0"/>
              </a:rPr>
              <a:t>//Navigation</a:t>
            </a: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endParaRPr lang="fr-FR" sz="1600" b="0" i="0" dirty="0">
              <a:solidFill>
                <a:srgbClr val="FFFFFF"/>
              </a:solidFill>
              <a:effectLst/>
              <a:latin typeface="Courier New" panose="02070309020205020404" pitchFamily="49" charset="0"/>
            </a:endParaRPr>
          </a:p>
          <a:p>
            <a:r>
              <a:rPr lang="fr-FR" sz="1600" b="0" i="0" dirty="0">
                <a:solidFill>
                  <a:srgbClr val="FFFFFF"/>
                </a:solidFill>
                <a:effectLst/>
                <a:latin typeface="Courier New" panose="02070309020205020404" pitchFamily="49" charset="0"/>
              </a:rPr>
              <a:t>$ </a:t>
            </a:r>
            <a:r>
              <a:rPr lang="fr-FR" sz="1600" b="0" i="0" dirty="0" err="1">
                <a:solidFill>
                  <a:srgbClr val="FFFFFF"/>
                </a:solidFill>
                <a:effectLst/>
                <a:latin typeface="Courier New" panose="02070309020205020404" pitchFamily="49" charset="0"/>
              </a:rPr>
              <a:t>mkdir</a:t>
            </a:r>
            <a:r>
              <a:rPr lang="fr-FR" sz="1600" b="0" i="0" dirty="0">
                <a:solidFill>
                  <a:srgbClr val="FFFFFF"/>
                </a:solidFill>
                <a:effectLst/>
                <a:latin typeface="Courier New" panose="02070309020205020404" pitchFamily="49" charset="0"/>
              </a:rPr>
              <a:t> </a:t>
            </a:r>
            <a:r>
              <a:rPr lang="fr-FR" sz="1600" b="0" i="0" dirty="0" err="1">
                <a:solidFill>
                  <a:srgbClr val="FFFFFF"/>
                </a:solidFill>
                <a:effectLst/>
                <a:latin typeface="Courier New" panose="02070309020205020404" pitchFamily="49" charset="0"/>
              </a:rPr>
              <a:t>PremierProjet</a:t>
            </a:r>
            <a:r>
              <a:rPr lang="fr-FR" sz="1600" b="0" i="0" dirty="0">
                <a:solidFill>
                  <a:srgbClr val="00B0F0"/>
                </a:solidFill>
                <a:effectLst/>
                <a:latin typeface="Courier New" panose="02070309020205020404" pitchFamily="49" charset="0"/>
              </a:rPr>
              <a:t> //Création de dossier</a:t>
            </a:r>
            <a:endParaRPr lang="fr-FR" sz="1600" b="0" i="0" dirty="0">
              <a:solidFill>
                <a:srgbClr val="FFFFFF"/>
              </a:solidFill>
              <a:effectLst/>
              <a:latin typeface="Courier New" panose="02070309020205020404" pitchFamily="49" charset="0"/>
            </a:endParaRP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p>
          <a:p>
            <a:r>
              <a:rPr lang="fr-FR" sz="1600" b="0" i="0" dirty="0">
                <a:solidFill>
                  <a:srgbClr val="FFFFFF"/>
                </a:solidFill>
                <a:effectLst/>
                <a:latin typeface="Courier New" panose="02070309020205020404" pitchFamily="49" charset="0"/>
              </a:rPr>
              <a:t>$ cd Documents/</a:t>
            </a:r>
            <a:r>
              <a:rPr lang="fr-FR" sz="1600" b="0" i="0" dirty="0" err="1">
                <a:solidFill>
                  <a:srgbClr val="FFFFFF"/>
                </a:solidFill>
                <a:effectLst/>
                <a:latin typeface="Courier New" panose="02070309020205020404" pitchFamily="49" charset="0"/>
              </a:rPr>
              <a:t>PremierProjet</a:t>
            </a:r>
            <a:r>
              <a:rPr lang="fr-FR" sz="1600" b="0" i="0" dirty="0">
                <a:solidFill>
                  <a:srgbClr val="FFFFFF"/>
                </a:solidFill>
                <a:effectLst/>
                <a:latin typeface="Courier New" panose="02070309020205020404" pitchFamily="49" charset="0"/>
              </a:rPr>
              <a:t> </a:t>
            </a:r>
            <a:r>
              <a:rPr lang="fr-FR" sz="1600" b="0" i="0" dirty="0">
                <a:solidFill>
                  <a:srgbClr val="00B0F0"/>
                </a:solidFill>
                <a:effectLst/>
                <a:latin typeface="Courier New" panose="02070309020205020404" pitchFamily="49" charset="0"/>
              </a:rPr>
              <a:t>//Navigation dans nouveau dossier</a:t>
            </a:r>
            <a:endParaRPr lang="fr-FR" sz="1600" b="0" i="0" dirty="0">
              <a:solidFill>
                <a:srgbClr val="FFFFFF"/>
              </a:solidFill>
              <a:effectLst/>
              <a:latin typeface="Courier New" panose="02070309020205020404" pitchFamily="49" charset="0"/>
            </a:endParaRP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p>
          <a:p>
            <a:r>
              <a:rPr lang="fr-FR" sz="1600" b="0" i="0" dirty="0">
                <a:solidFill>
                  <a:srgbClr val="FFFFFF"/>
                </a:solidFill>
                <a:effectLst/>
                <a:latin typeface="Courier New" panose="02070309020205020404" pitchFamily="49" charset="0"/>
              </a:rPr>
              <a:t>$ git config user.name «Nom Prénom» </a:t>
            </a:r>
            <a:r>
              <a:rPr lang="fr-FR" sz="1600" b="0" i="0" dirty="0">
                <a:solidFill>
                  <a:srgbClr val="00B0F0"/>
                </a:solidFill>
                <a:effectLst/>
                <a:latin typeface="Courier New" panose="02070309020205020404" pitchFamily="49" charset="0"/>
              </a:rPr>
              <a:t>//Configuration identifiant</a:t>
            </a:r>
            <a:endParaRPr lang="fr-FR" sz="1600" b="0" i="0" dirty="0">
              <a:solidFill>
                <a:srgbClr val="FFFFFF"/>
              </a:solidFill>
              <a:effectLst/>
              <a:latin typeface="Courier New" panose="02070309020205020404" pitchFamily="49" charset="0"/>
            </a:endParaRP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p>
          <a:p>
            <a:r>
              <a:rPr lang="fr-FR" sz="1600" b="0" i="0" dirty="0">
                <a:solidFill>
                  <a:srgbClr val="FFFFFF"/>
                </a:solidFill>
                <a:effectLst/>
                <a:latin typeface="Courier New" panose="02070309020205020404" pitchFamily="49" charset="0"/>
              </a:rPr>
              <a:t>$ git config </a:t>
            </a:r>
            <a:r>
              <a:rPr lang="fr-FR" sz="1600" b="0" i="0" dirty="0" err="1">
                <a:solidFill>
                  <a:srgbClr val="FFFFFF"/>
                </a:solidFill>
                <a:effectLst/>
                <a:latin typeface="Courier New" panose="02070309020205020404" pitchFamily="49" charset="0"/>
              </a:rPr>
              <a:t>user.email</a:t>
            </a:r>
            <a:r>
              <a:rPr lang="fr-FR" sz="1600" b="0" i="0" dirty="0">
                <a:solidFill>
                  <a:srgbClr val="FFFFFF"/>
                </a:solidFill>
                <a:effectLst/>
                <a:latin typeface="Courier New" panose="02070309020205020404" pitchFamily="49" charset="0"/>
              </a:rPr>
              <a:t> </a:t>
            </a:r>
            <a:r>
              <a:rPr lang="fr-FR" sz="1600" dirty="0">
                <a:solidFill>
                  <a:srgbClr val="FFFFFF"/>
                </a:solidFill>
                <a:latin typeface="Courier New" panose="02070309020205020404" pitchFamily="49" charset="0"/>
              </a:rPr>
              <a:t>nompr</a:t>
            </a:r>
            <a:r>
              <a:rPr lang="fr-FR" sz="1600" b="0" i="0" dirty="0">
                <a:solidFill>
                  <a:srgbClr val="FFFFFF"/>
                </a:solidFill>
                <a:effectLst/>
                <a:latin typeface="Courier New" panose="02070309020205020404" pitchFamily="49" charset="0"/>
              </a:rPr>
              <a:t>énom@monadresse.com </a:t>
            </a:r>
            <a:r>
              <a:rPr lang="fr-FR" sz="1600" b="0" i="0" dirty="0">
                <a:solidFill>
                  <a:srgbClr val="00B0F0"/>
                </a:solidFill>
                <a:effectLst/>
                <a:latin typeface="Courier New" panose="02070309020205020404" pitchFamily="49" charset="0"/>
              </a:rPr>
              <a:t>//Configuration email</a:t>
            </a:r>
            <a:endParaRPr lang="fr-FR" sz="1600" b="0" i="0" dirty="0">
              <a:solidFill>
                <a:srgbClr val="FFFFFF"/>
              </a:solidFill>
              <a:effectLst/>
              <a:latin typeface="Courier New" panose="02070309020205020404" pitchFamily="49" charset="0"/>
            </a:endParaRP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p>
          <a:p>
            <a:r>
              <a:rPr lang="fr-FR" sz="1600" b="0" i="0" dirty="0">
                <a:solidFill>
                  <a:srgbClr val="FFFFFF"/>
                </a:solidFill>
                <a:effectLst/>
                <a:latin typeface="Courier New" panose="02070309020205020404" pitchFamily="49" charset="0"/>
              </a:rPr>
              <a:t>$ git config –-global </a:t>
            </a:r>
            <a:r>
              <a:rPr lang="fr-FR" sz="1600" b="0" i="0" dirty="0" err="1">
                <a:solidFill>
                  <a:srgbClr val="FFFFFF"/>
                </a:solidFill>
                <a:effectLst/>
                <a:latin typeface="Courier New" panose="02070309020205020404" pitchFamily="49" charset="0"/>
              </a:rPr>
              <a:t>core.editor</a:t>
            </a:r>
            <a:r>
              <a:rPr lang="fr-FR" sz="1600" b="0" i="0" dirty="0">
                <a:solidFill>
                  <a:srgbClr val="FFFFFF"/>
                </a:solidFill>
                <a:effectLst/>
                <a:latin typeface="Courier New" panose="02070309020205020404" pitchFamily="49" charset="0"/>
              </a:rPr>
              <a:t> </a:t>
            </a:r>
            <a:r>
              <a:rPr lang="fr-FR" sz="1600" b="0" i="0" dirty="0" err="1">
                <a:solidFill>
                  <a:srgbClr val="FFFFFF"/>
                </a:solidFill>
                <a:effectLst/>
                <a:latin typeface="Courier New" panose="02070309020205020404" pitchFamily="49" charset="0"/>
              </a:rPr>
              <a:t>vim</a:t>
            </a:r>
            <a:r>
              <a:rPr lang="fr-FR" sz="1600" b="0" i="0" dirty="0">
                <a:solidFill>
                  <a:srgbClr val="FFFFFF"/>
                </a:solidFill>
                <a:effectLst/>
                <a:latin typeface="Courier New" panose="02070309020205020404" pitchFamily="49" charset="0"/>
              </a:rPr>
              <a:t> </a:t>
            </a:r>
            <a:r>
              <a:rPr lang="fr-FR" sz="1600" b="0" i="0" dirty="0">
                <a:solidFill>
                  <a:srgbClr val="00B0F0"/>
                </a:solidFill>
                <a:effectLst/>
                <a:latin typeface="Courier New" panose="02070309020205020404" pitchFamily="49" charset="0"/>
              </a:rPr>
              <a:t>//Configuration outils d’édition</a:t>
            </a:r>
            <a:endParaRPr lang="fr-FR" sz="1600" b="0" i="0" dirty="0">
              <a:solidFill>
                <a:srgbClr val="FFFFFF"/>
              </a:solidFill>
              <a:effectLst/>
              <a:latin typeface="Courier New" panose="02070309020205020404" pitchFamily="49" charset="0"/>
            </a:endParaRP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p>
          <a:p>
            <a:r>
              <a:rPr lang="fr-FR" sz="1600" b="0" i="0" dirty="0">
                <a:solidFill>
                  <a:srgbClr val="FFFFFF"/>
                </a:solidFill>
                <a:effectLst/>
                <a:latin typeface="Courier New" panose="02070309020205020404" pitchFamily="49" charset="0"/>
              </a:rPr>
              <a:t>$ git config –-global </a:t>
            </a:r>
            <a:r>
              <a:rPr lang="fr-FR" sz="1600" b="0" i="0" dirty="0" err="1">
                <a:solidFill>
                  <a:srgbClr val="FFFFFF"/>
                </a:solidFill>
                <a:effectLst/>
                <a:latin typeface="Courier New" panose="02070309020205020404" pitchFamily="49" charset="0"/>
              </a:rPr>
              <a:t>merge.tool</a:t>
            </a:r>
            <a:r>
              <a:rPr lang="fr-FR" sz="1600" b="0" i="0" dirty="0">
                <a:solidFill>
                  <a:srgbClr val="FFFFFF"/>
                </a:solidFill>
                <a:effectLst/>
                <a:latin typeface="Courier New" panose="02070309020205020404" pitchFamily="49" charset="0"/>
              </a:rPr>
              <a:t> </a:t>
            </a:r>
            <a:r>
              <a:rPr lang="fr-FR" sz="1600" b="0" i="0" dirty="0" err="1">
                <a:solidFill>
                  <a:srgbClr val="FFFFFF"/>
                </a:solidFill>
                <a:effectLst/>
                <a:latin typeface="Courier New" panose="02070309020205020404" pitchFamily="49" charset="0"/>
              </a:rPr>
              <a:t>vimdiff</a:t>
            </a:r>
            <a:r>
              <a:rPr lang="fr-FR" sz="1600" b="0" i="0" dirty="0">
                <a:solidFill>
                  <a:srgbClr val="FFFFFF"/>
                </a:solidFill>
                <a:effectLst/>
                <a:latin typeface="Courier New" panose="02070309020205020404" pitchFamily="49" charset="0"/>
              </a:rPr>
              <a:t> </a:t>
            </a:r>
            <a:r>
              <a:rPr lang="fr-FR" sz="1600" b="0" i="0" dirty="0">
                <a:solidFill>
                  <a:srgbClr val="00B0F0"/>
                </a:solidFill>
                <a:effectLst/>
                <a:latin typeface="Courier New" panose="02070309020205020404" pitchFamily="49" charset="0"/>
              </a:rPr>
              <a:t>//Configuration outils de merge</a:t>
            </a:r>
            <a:endParaRPr lang="fr-FR" sz="1600" b="0" i="0" dirty="0">
              <a:solidFill>
                <a:srgbClr val="FFFFFF"/>
              </a:solidFill>
              <a:effectLst/>
              <a:latin typeface="Courier New" panose="02070309020205020404" pitchFamily="49" charset="0"/>
            </a:endParaRPr>
          </a:p>
        </p:txBody>
      </p:sp>
      <p:pic>
        <p:nvPicPr>
          <p:cNvPr id="7" name="Graphique 6" descr="Avertissement">
            <a:extLst>
              <a:ext uri="{FF2B5EF4-FFF2-40B4-BE49-F238E27FC236}">
                <a16:creationId xmlns:a16="http://schemas.microsoft.com/office/drawing/2014/main" id="{9DD3D291-2A5A-80A0-86F8-4259FE34C8B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72600" y="3800474"/>
            <a:ext cx="600075" cy="600075"/>
          </a:xfrm>
          <a:prstGeom prst="rect">
            <a:avLst/>
          </a:prstGeom>
        </p:spPr>
      </p:pic>
    </p:spTree>
    <p:extLst>
      <p:ext uri="{BB962C8B-B14F-4D97-AF65-F5344CB8AC3E}">
        <p14:creationId xmlns:p14="http://schemas.microsoft.com/office/powerpoint/2010/main" val="13670165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961DD-E5EB-A952-D1F7-E8496A03F189}"/>
            </a:ext>
          </a:extLst>
        </p:cNvPr>
        <p:cNvGrpSpPr/>
        <p:nvPr/>
      </p:nvGrpSpPr>
      <p:grpSpPr>
        <a:xfrm>
          <a:off x="0" y="0"/>
          <a:ext cx="0" cy="0"/>
          <a:chOff x="0" y="0"/>
          <a:chExt cx="0" cy="0"/>
        </a:xfrm>
      </p:grpSpPr>
      <p:sp>
        <p:nvSpPr>
          <p:cNvPr id="4" name="Rectangle : coins arrondis 3">
            <a:extLst>
              <a:ext uri="{FF2B5EF4-FFF2-40B4-BE49-F238E27FC236}">
                <a16:creationId xmlns:a16="http://schemas.microsoft.com/office/drawing/2014/main" id="{57CF211F-F309-E18E-D793-22430AFAC097}"/>
              </a:ext>
            </a:extLst>
          </p:cNvPr>
          <p:cNvSpPr/>
          <p:nvPr/>
        </p:nvSpPr>
        <p:spPr>
          <a:xfrm>
            <a:off x="387529" y="2055223"/>
            <a:ext cx="5177247" cy="4023360"/>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600" dirty="0"/>
          </a:p>
        </p:txBody>
      </p:sp>
      <p:pic>
        <p:nvPicPr>
          <p:cNvPr id="17" name="Picture 2" descr="Git full logo transparent PNG - StickPNG">
            <a:extLst>
              <a:ext uri="{FF2B5EF4-FFF2-40B4-BE49-F238E27FC236}">
                <a16:creationId xmlns:a16="http://schemas.microsoft.com/office/drawing/2014/main" id="{60001110-0A4E-BE1D-984D-EC5AB13CF80A}"/>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6832" b="92547" l="9353" r="89568">
                        <a14:foregroundMark x1="33813" y1="39752" x2="33813" y2="39752"/>
                        <a14:foregroundMark x1="39928" y1="36646" x2="39209" y2="44720"/>
                        <a14:foregroundMark x1="46043" y1="7453" x2="46043" y2="7453"/>
                        <a14:foregroundMark x1="53957" y1="82609" x2="53957" y2="82609"/>
                        <a14:foregroundMark x1="63309" y1="81366" x2="63309" y2="81366"/>
                        <a14:foregroundMark x1="62950" y1="67081" x2="62950" y2="67081"/>
                        <a14:foregroundMark x1="67626" y1="78882" x2="67626" y2="78882"/>
                        <a14:foregroundMark x1="51439" y1="92547" x2="51439" y2="92547"/>
                      </a14:backgroundRemoval>
                    </a14:imgEffect>
                  </a14:imgLayer>
                </a14:imgProps>
              </a:ext>
              <a:ext uri="{28A0092B-C50C-407E-A947-70E740481C1C}">
                <a14:useLocalDpi xmlns:a14="http://schemas.microsoft.com/office/drawing/2010/main" val="0"/>
              </a:ext>
            </a:extLst>
          </a:blip>
          <a:srcRect/>
          <a:stretch>
            <a:fillRect/>
          </a:stretch>
        </p:blipFill>
        <p:spPr bwMode="auto">
          <a:xfrm>
            <a:off x="-199623" y="5930537"/>
            <a:ext cx="1410439" cy="816837"/>
          </a:xfrm>
          <a:prstGeom prst="rect">
            <a:avLst/>
          </a:prstGeom>
          <a:noFill/>
          <a:extLst>
            <a:ext uri="{909E8E84-426E-40DD-AFC4-6F175D3DCCD1}">
              <a14:hiddenFill xmlns:a14="http://schemas.microsoft.com/office/drawing/2010/main">
                <a:solidFill>
                  <a:srgbClr val="FFFFFF"/>
                </a:solidFill>
              </a14:hiddenFill>
            </a:ext>
          </a:extLst>
        </p:spPr>
      </p:pic>
      <p:sp>
        <p:nvSpPr>
          <p:cNvPr id="19" name="ZoneTexte 18">
            <a:extLst>
              <a:ext uri="{FF2B5EF4-FFF2-40B4-BE49-F238E27FC236}">
                <a16:creationId xmlns:a16="http://schemas.microsoft.com/office/drawing/2014/main" id="{E466989F-A6B4-4ED0-7552-773D6ED1004D}"/>
              </a:ext>
            </a:extLst>
          </p:cNvPr>
          <p:cNvSpPr txBox="1"/>
          <p:nvPr/>
        </p:nvSpPr>
        <p:spPr>
          <a:xfrm>
            <a:off x="640079" y="1611087"/>
            <a:ext cx="1367169" cy="400110"/>
          </a:xfrm>
          <a:prstGeom prst="rect">
            <a:avLst/>
          </a:prstGeom>
          <a:noFill/>
        </p:spPr>
        <p:txBody>
          <a:bodyPr wrap="none" rtlCol="0">
            <a:spAutoFit/>
          </a:bodyPr>
          <a:lstStyle/>
          <a:p>
            <a:r>
              <a:rPr lang="fr-FR" sz="2000" dirty="0">
                <a:solidFill>
                  <a:schemeClr val="accent4">
                    <a:lumMod val="75000"/>
                  </a:schemeClr>
                </a:solidFill>
              </a:rPr>
              <a:t>Dépôt local</a:t>
            </a:r>
          </a:p>
        </p:txBody>
      </p:sp>
      <p:sp>
        <p:nvSpPr>
          <p:cNvPr id="24" name="ZoneTexte 23">
            <a:extLst>
              <a:ext uri="{FF2B5EF4-FFF2-40B4-BE49-F238E27FC236}">
                <a16:creationId xmlns:a16="http://schemas.microsoft.com/office/drawing/2014/main" id="{96BB57ED-539B-EA27-DADA-4A8DCE6F229A}"/>
              </a:ext>
            </a:extLst>
          </p:cNvPr>
          <p:cNvSpPr txBox="1"/>
          <p:nvPr/>
        </p:nvSpPr>
        <p:spPr>
          <a:xfrm>
            <a:off x="9962604" y="4123510"/>
            <a:ext cx="1601336" cy="400110"/>
          </a:xfrm>
          <a:prstGeom prst="rect">
            <a:avLst/>
          </a:prstGeom>
          <a:noFill/>
        </p:spPr>
        <p:txBody>
          <a:bodyPr wrap="none" rtlCol="0">
            <a:spAutoFit/>
          </a:bodyPr>
          <a:lstStyle/>
          <a:p>
            <a:r>
              <a:rPr lang="fr-FR" sz="2000" dirty="0">
                <a:solidFill>
                  <a:schemeClr val="accent1"/>
                </a:solidFill>
              </a:rPr>
              <a:t>Dépôt distant</a:t>
            </a:r>
          </a:p>
        </p:txBody>
      </p:sp>
      <p:pic>
        <p:nvPicPr>
          <p:cNvPr id="25" name="Graphique 24" descr="Nuage">
            <a:extLst>
              <a:ext uri="{FF2B5EF4-FFF2-40B4-BE49-F238E27FC236}">
                <a16:creationId xmlns:a16="http://schemas.microsoft.com/office/drawing/2014/main" id="{E57088D4-F04E-D9EC-4DDB-B156414D7599}"/>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688283" y="3990705"/>
            <a:ext cx="2270759" cy="2270759"/>
          </a:xfrm>
          <a:prstGeom prst="rect">
            <a:avLst/>
          </a:prstGeom>
        </p:spPr>
      </p:pic>
      <p:pic>
        <p:nvPicPr>
          <p:cNvPr id="32" name="Picture 4" descr="GitHub Logo, symbol, meaning, history, PNG, brand">
            <a:extLst>
              <a:ext uri="{FF2B5EF4-FFF2-40B4-BE49-F238E27FC236}">
                <a16:creationId xmlns:a16="http://schemas.microsoft.com/office/drawing/2014/main" id="{DFAA1E62-3A0A-FC28-08D8-2E687CA92C8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10126569" y="5592045"/>
            <a:ext cx="1255533" cy="705876"/>
          </a:xfrm>
          <a:prstGeom prst="rect">
            <a:avLst/>
          </a:prstGeom>
          <a:noFill/>
          <a:extLst>
            <a:ext uri="{909E8E84-426E-40DD-AFC4-6F175D3DCCD1}">
              <a14:hiddenFill xmlns:a14="http://schemas.microsoft.com/office/drawing/2010/main">
                <a:solidFill>
                  <a:srgbClr val="FFFFFF"/>
                </a:solidFill>
              </a14:hiddenFill>
            </a:ext>
          </a:extLst>
        </p:spPr>
      </p:pic>
      <p:sp>
        <p:nvSpPr>
          <p:cNvPr id="7" name="Titre 1">
            <a:extLst>
              <a:ext uri="{FF2B5EF4-FFF2-40B4-BE49-F238E27FC236}">
                <a16:creationId xmlns:a16="http://schemas.microsoft.com/office/drawing/2014/main" id="{AAD74E5E-8348-F053-4C90-F3DCC3348486}"/>
              </a:ext>
            </a:extLst>
          </p:cNvPr>
          <p:cNvSpPr txBox="1">
            <a:spLocks/>
          </p:cNvSpPr>
          <p:nvPr/>
        </p:nvSpPr>
        <p:spPr>
          <a:xfrm>
            <a:off x="0" y="129990"/>
            <a:ext cx="121920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fr-FR" sz="4000"/>
              <a:t>Comment GIT et GIT Hub fonctionnent ensemble ?</a:t>
            </a:r>
            <a:endParaRPr lang="fr-FR" sz="4000" dirty="0"/>
          </a:p>
        </p:txBody>
      </p:sp>
    </p:spTree>
    <p:extLst>
      <p:ext uri="{BB962C8B-B14F-4D97-AF65-F5344CB8AC3E}">
        <p14:creationId xmlns:p14="http://schemas.microsoft.com/office/powerpoint/2010/main" val="32366413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 coins arrondis 3">
            <a:extLst>
              <a:ext uri="{FF2B5EF4-FFF2-40B4-BE49-F238E27FC236}">
                <a16:creationId xmlns:a16="http://schemas.microsoft.com/office/drawing/2014/main" id="{AF334D85-B582-24A1-A361-04AB87600F38}"/>
              </a:ext>
            </a:extLst>
          </p:cNvPr>
          <p:cNvSpPr/>
          <p:nvPr/>
        </p:nvSpPr>
        <p:spPr>
          <a:xfrm>
            <a:off x="387529" y="2055223"/>
            <a:ext cx="5177247" cy="4023360"/>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600" dirty="0"/>
          </a:p>
        </p:txBody>
      </p:sp>
      <p:sp>
        <p:nvSpPr>
          <p:cNvPr id="5" name="Rectangle : coins arrondis 4">
            <a:extLst>
              <a:ext uri="{FF2B5EF4-FFF2-40B4-BE49-F238E27FC236}">
                <a16:creationId xmlns:a16="http://schemas.microsoft.com/office/drawing/2014/main" id="{F8662544-7396-594F-0A7D-2248EF0D64FA}"/>
              </a:ext>
            </a:extLst>
          </p:cNvPr>
          <p:cNvSpPr/>
          <p:nvPr/>
        </p:nvSpPr>
        <p:spPr>
          <a:xfrm>
            <a:off x="1724298" y="2454802"/>
            <a:ext cx="2880740" cy="812938"/>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r"/>
            <a:r>
              <a:rPr lang="fr-FR" sz="1600" dirty="0"/>
              <a:t>Working directory</a:t>
            </a:r>
            <a:endParaRPr lang="fr-FR" sz="1200" dirty="0">
              <a:solidFill>
                <a:schemeClr val="bg1">
                  <a:lumMod val="85000"/>
                </a:schemeClr>
              </a:solidFill>
            </a:endParaRPr>
          </a:p>
          <a:p>
            <a:pPr algn="r"/>
            <a:r>
              <a:rPr lang="fr-FR" sz="1200" dirty="0">
                <a:solidFill>
                  <a:schemeClr val="bg1">
                    <a:lumMod val="85000"/>
                  </a:schemeClr>
                </a:solidFill>
              </a:rPr>
              <a:t>Zone de travail</a:t>
            </a:r>
            <a:endParaRPr lang="fr-FR" sz="1600" dirty="0">
              <a:solidFill>
                <a:schemeClr val="bg1">
                  <a:lumMod val="85000"/>
                </a:schemeClr>
              </a:solidFill>
            </a:endParaRPr>
          </a:p>
        </p:txBody>
      </p:sp>
      <p:pic>
        <p:nvPicPr>
          <p:cNvPr id="17" name="Picture 2" descr="Git full logo transparent PNG - StickPNG">
            <a:extLst>
              <a:ext uri="{FF2B5EF4-FFF2-40B4-BE49-F238E27FC236}">
                <a16:creationId xmlns:a16="http://schemas.microsoft.com/office/drawing/2014/main" id="{6D8B022C-7177-F0C9-9484-4B88B632A88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6832" b="92547" l="9353" r="89568">
                        <a14:foregroundMark x1="33813" y1="39752" x2="33813" y2="39752"/>
                        <a14:foregroundMark x1="39928" y1="36646" x2="39209" y2="44720"/>
                        <a14:foregroundMark x1="46043" y1="7453" x2="46043" y2="7453"/>
                        <a14:foregroundMark x1="53957" y1="82609" x2="53957" y2="82609"/>
                        <a14:foregroundMark x1="63309" y1="81366" x2="63309" y2="81366"/>
                        <a14:foregroundMark x1="62950" y1="67081" x2="62950" y2="67081"/>
                        <a14:foregroundMark x1="67626" y1="78882" x2="67626" y2="78882"/>
                        <a14:foregroundMark x1="51439" y1="92547" x2="51439" y2="92547"/>
                      </a14:backgroundRemoval>
                    </a14:imgEffect>
                  </a14:imgLayer>
                </a14:imgProps>
              </a:ext>
              <a:ext uri="{28A0092B-C50C-407E-A947-70E740481C1C}">
                <a14:useLocalDpi xmlns:a14="http://schemas.microsoft.com/office/drawing/2010/main" val="0"/>
              </a:ext>
            </a:extLst>
          </a:blip>
          <a:srcRect/>
          <a:stretch>
            <a:fillRect/>
          </a:stretch>
        </p:blipFill>
        <p:spPr bwMode="auto">
          <a:xfrm>
            <a:off x="-199623" y="5930537"/>
            <a:ext cx="1410439" cy="816837"/>
          </a:xfrm>
          <a:prstGeom prst="rect">
            <a:avLst/>
          </a:prstGeom>
          <a:noFill/>
          <a:extLst>
            <a:ext uri="{909E8E84-426E-40DD-AFC4-6F175D3DCCD1}">
              <a14:hiddenFill xmlns:a14="http://schemas.microsoft.com/office/drawing/2010/main">
                <a:solidFill>
                  <a:srgbClr val="FFFFFF"/>
                </a:solidFill>
              </a14:hiddenFill>
            </a:ext>
          </a:extLst>
        </p:spPr>
      </p:pic>
      <p:sp>
        <p:nvSpPr>
          <p:cNvPr id="19" name="ZoneTexte 18">
            <a:extLst>
              <a:ext uri="{FF2B5EF4-FFF2-40B4-BE49-F238E27FC236}">
                <a16:creationId xmlns:a16="http://schemas.microsoft.com/office/drawing/2014/main" id="{28AEF5A1-791E-64A9-3C7B-5F474844E604}"/>
              </a:ext>
            </a:extLst>
          </p:cNvPr>
          <p:cNvSpPr txBox="1"/>
          <p:nvPr/>
        </p:nvSpPr>
        <p:spPr>
          <a:xfrm>
            <a:off x="640079" y="1611087"/>
            <a:ext cx="1367169" cy="400110"/>
          </a:xfrm>
          <a:prstGeom prst="rect">
            <a:avLst/>
          </a:prstGeom>
          <a:noFill/>
        </p:spPr>
        <p:txBody>
          <a:bodyPr wrap="none" rtlCol="0">
            <a:spAutoFit/>
          </a:bodyPr>
          <a:lstStyle/>
          <a:p>
            <a:r>
              <a:rPr lang="fr-FR" sz="2000" dirty="0">
                <a:solidFill>
                  <a:schemeClr val="accent4">
                    <a:lumMod val="75000"/>
                  </a:schemeClr>
                </a:solidFill>
              </a:rPr>
              <a:t>Dépôt local</a:t>
            </a:r>
          </a:p>
        </p:txBody>
      </p:sp>
      <p:pic>
        <p:nvPicPr>
          <p:cNvPr id="14" name="Graphique 13" descr="Document">
            <a:extLst>
              <a:ext uri="{FF2B5EF4-FFF2-40B4-BE49-F238E27FC236}">
                <a16:creationId xmlns:a16="http://schemas.microsoft.com/office/drawing/2014/main" id="{0BD690AC-8769-DB6F-46E9-1B1A6A2CBCA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854917" y="2560319"/>
            <a:ext cx="624841" cy="624841"/>
          </a:xfrm>
          <a:prstGeom prst="rect">
            <a:avLst/>
          </a:prstGeom>
        </p:spPr>
      </p:pic>
      <p:pic>
        <p:nvPicPr>
          <p:cNvPr id="15" name="Graphique 14" descr="Document">
            <a:extLst>
              <a:ext uri="{FF2B5EF4-FFF2-40B4-BE49-F238E27FC236}">
                <a16:creationId xmlns:a16="http://schemas.microsoft.com/office/drawing/2014/main" id="{D69D9FD6-80ED-1ACB-4640-7141C61E46ED}"/>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346950" y="2564666"/>
            <a:ext cx="624841" cy="624841"/>
          </a:xfrm>
          <a:prstGeom prst="rect">
            <a:avLst/>
          </a:prstGeom>
        </p:spPr>
      </p:pic>
      <p:sp>
        <p:nvSpPr>
          <p:cNvPr id="24" name="ZoneTexte 23">
            <a:extLst>
              <a:ext uri="{FF2B5EF4-FFF2-40B4-BE49-F238E27FC236}">
                <a16:creationId xmlns:a16="http://schemas.microsoft.com/office/drawing/2014/main" id="{35B813BA-8F1F-22EA-B694-4C12D3F02EC6}"/>
              </a:ext>
            </a:extLst>
          </p:cNvPr>
          <p:cNvSpPr txBox="1"/>
          <p:nvPr/>
        </p:nvSpPr>
        <p:spPr>
          <a:xfrm>
            <a:off x="9962604" y="4123510"/>
            <a:ext cx="1601336" cy="400110"/>
          </a:xfrm>
          <a:prstGeom prst="rect">
            <a:avLst/>
          </a:prstGeom>
          <a:noFill/>
        </p:spPr>
        <p:txBody>
          <a:bodyPr wrap="none" rtlCol="0">
            <a:spAutoFit/>
          </a:bodyPr>
          <a:lstStyle/>
          <a:p>
            <a:r>
              <a:rPr lang="fr-FR" sz="2000" dirty="0">
                <a:solidFill>
                  <a:schemeClr val="accent1"/>
                </a:solidFill>
              </a:rPr>
              <a:t>Dépôt distant</a:t>
            </a:r>
          </a:p>
        </p:txBody>
      </p:sp>
      <p:pic>
        <p:nvPicPr>
          <p:cNvPr id="25" name="Graphique 24" descr="Nuage">
            <a:extLst>
              <a:ext uri="{FF2B5EF4-FFF2-40B4-BE49-F238E27FC236}">
                <a16:creationId xmlns:a16="http://schemas.microsoft.com/office/drawing/2014/main" id="{ECCB16DC-249A-05C7-24E8-0CE4A8A59B1B}"/>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9688283" y="3990705"/>
            <a:ext cx="2270759" cy="2270759"/>
          </a:xfrm>
          <a:prstGeom prst="rect">
            <a:avLst/>
          </a:prstGeom>
        </p:spPr>
      </p:pic>
      <p:pic>
        <p:nvPicPr>
          <p:cNvPr id="32" name="Picture 4" descr="GitHub Logo, symbol, meaning, history, PNG, brand">
            <a:extLst>
              <a:ext uri="{FF2B5EF4-FFF2-40B4-BE49-F238E27FC236}">
                <a16:creationId xmlns:a16="http://schemas.microsoft.com/office/drawing/2014/main" id="{596690E0-66BC-00B8-A1DF-298B8885B982}"/>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10126569" y="5592045"/>
            <a:ext cx="1255533" cy="705876"/>
          </a:xfrm>
          <a:prstGeom prst="rect">
            <a:avLst/>
          </a:prstGeom>
          <a:noFill/>
          <a:extLst>
            <a:ext uri="{909E8E84-426E-40DD-AFC4-6F175D3DCCD1}">
              <a14:hiddenFill xmlns:a14="http://schemas.microsoft.com/office/drawing/2010/main">
                <a:solidFill>
                  <a:srgbClr val="FFFFFF"/>
                </a:solidFill>
              </a14:hiddenFill>
            </a:ext>
          </a:extLst>
        </p:spPr>
      </p:pic>
      <p:sp>
        <p:nvSpPr>
          <p:cNvPr id="7" name="Titre 1">
            <a:extLst>
              <a:ext uri="{FF2B5EF4-FFF2-40B4-BE49-F238E27FC236}">
                <a16:creationId xmlns:a16="http://schemas.microsoft.com/office/drawing/2014/main" id="{1084A484-7C7F-F2CA-B9FF-A045212876E8}"/>
              </a:ext>
            </a:extLst>
          </p:cNvPr>
          <p:cNvSpPr txBox="1">
            <a:spLocks/>
          </p:cNvSpPr>
          <p:nvPr/>
        </p:nvSpPr>
        <p:spPr>
          <a:xfrm>
            <a:off x="0" y="129990"/>
            <a:ext cx="121920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fr-FR" sz="4000"/>
              <a:t>Comment GIT et GIT Hub fonctionnent ensemble ?</a:t>
            </a:r>
            <a:endParaRPr lang="fr-FR" sz="4000" dirty="0"/>
          </a:p>
        </p:txBody>
      </p:sp>
    </p:spTree>
    <p:extLst>
      <p:ext uri="{BB962C8B-B14F-4D97-AF65-F5344CB8AC3E}">
        <p14:creationId xmlns:p14="http://schemas.microsoft.com/office/powerpoint/2010/main" val="40852997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CF0D219-B2DD-59F5-660F-104CD4EB30F2}"/>
              </a:ext>
            </a:extLst>
          </p:cNvPr>
          <p:cNvSpPr>
            <a:spLocks noGrp="1"/>
          </p:cNvSpPr>
          <p:nvPr>
            <p:ph type="title"/>
          </p:nvPr>
        </p:nvSpPr>
        <p:spPr>
          <a:xfrm>
            <a:off x="0" y="129990"/>
            <a:ext cx="12192000" cy="1325563"/>
          </a:xfrm>
        </p:spPr>
        <p:txBody>
          <a:bodyPr>
            <a:normAutofit/>
          </a:bodyPr>
          <a:lstStyle/>
          <a:p>
            <a:pPr algn="ctr"/>
            <a:r>
              <a:rPr lang="fr-FR" sz="4000" dirty="0"/>
              <a:t>Comment GIT et GIT Hub fonctionnent ensemble ?</a:t>
            </a:r>
          </a:p>
        </p:txBody>
      </p:sp>
      <p:sp>
        <p:nvSpPr>
          <p:cNvPr id="4" name="Rectangle : coins arrondis 3">
            <a:extLst>
              <a:ext uri="{FF2B5EF4-FFF2-40B4-BE49-F238E27FC236}">
                <a16:creationId xmlns:a16="http://schemas.microsoft.com/office/drawing/2014/main" id="{AF334D85-B582-24A1-A361-04AB87600F38}"/>
              </a:ext>
            </a:extLst>
          </p:cNvPr>
          <p:cNvSpPr/>
          <p:nvPr/>
        </p:nvSpPr>
        <p:spPr>
          <a:xfrm>
            <a:off x="387529" y="2055223"/>
            <a:ext cx="5177247" cy="4023360"/>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600" dirty="0"/>
          </a:p>
        </p:txBody>
      </p:sp>
      <p:pic>
        <p:nvPicPr>
          <p:cNvPr id="17" name="Picture 2" descr="Git full logo transparent PNG - StickPNG">
            <a:extLst>
              <a:ext uri="{FF2B5EF4-FFF2-40B4-BE49-F238E27FC236}">
                <a16:creationId xmlns:a16="http://schemas.microsoft.com/office/drawing/2014/main" id="{6D8B022C-7177-F0C9-9484-4B88B632A88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6832" b="92547" l="9353" r="89568">
                        <a14:foregroundMark x1="33813" y1="39752" x2="33813" y2="39752"/>
                        <a14:foregroundMark x1="39928" y1="36646" x2="39209" y2="44720"/>
                        <a14:foregroundMark x1="46043" y1="7453" x2="46043" y2="7453"/>
                        <a14:foregroundMark x1="53957" y1="82609" x2="53957" y2="82609"/>
                        <a14:foregroundMark x1="63309" y1="81366" x2="63309" y2="81366"/>
                        <a14:foregroundMark x1="62950" y1="67081" x2="62950" y2="67081"/>
                        <a14:foregroundMark x1="67626" y1="78882" x2="67626" y2="78882"/>
                        <a14:foregroundMark x1="51439" y1="92547" x2="51439" y2="92547"/>
                      </a14:backgroundRemoval>
                    </a14:imgEffect>
                  </a14:imgLayer>
                </a14:imgProps>
              </a:ext>
              <a:ext uri="{28A0092B-C50C-407E-A947-70E740481C1C}">
                <a14:useLocalDpi xmlns:a14="http://schemas.microsoft.com/office/drawing/2010/main" val="0"/>
              </a:ext>
            </a:extLst>
          </a:blip>
          <a:srcRect/>
          <a:stretch>
            <a:fillRect/>
          </a:stretch>
        </p:blipFill>
        <p:spPr bwMode="auto">
          <a:xfrm>
            <a:off x="-199623" y="5930537"/>
            <a:ext cx="1410439" cy="816837"/>
          </a:xfrm>
          <a:prstGeom prst="rect">
            <a:avLst/>
          </a:prstGeom>
          <a:noFill/>
          <a:extLst>
            <a:ext uri="{909E8E84-426E-40DD-AFC4-6F175D3DCCD1}">
              <a14:hiddenFill xmlns:a14="http://schemas.microsoft.com/office/drawing/2010/main">
                <a:solidFill>
                  <a:srgbClr val="FFFFFF"/>
                </a:solidFill>
              </a14:hiddenFill>
            </a:ext>
          </a:extLst>
        </p:spPr>
      </p:pic>
      <p:sp>
        <p:nvSpPr>
          <p:cNvPr id="19" name="ZoneTexte 18">
            <a:extLst>
              <a:ext uri="{FF2B5EF4-FFF2-40B4-BE49-F238E27FC236}">
                <a16:creationId xmlns:a16="http://schemas.microsoft.com/office/drawing/2014/main" id="{28AEF5A1-791E-64A9-3C7B-5F474844E604}"/>
              </a:ext>
            </a:extLst>
          </p:cNvPr>
          <p:cNvSpPr txBox="1"/>
          <p:nvPr/>
        </p:nvSpPr>
        <p:spPr>
          <a:xfrm>
            <a:off x="640079" y="1611087"/>
            <a:ext cx="1367169" cy="400110"/>
          </a:xfrm>
          <a:prstGeom prst="rect">
            <a:avLst/>
          </a:prstGeom>
          <a:noFill/>
        </p:spPr>
        <p:txBody>
          <a:bodyPr wrap="none" rtlCol="0">
            <a:spAutoFit/>
          </a:bodyPr>
          <a:lstStyle/>
          <a:p>
            <a:r>
              <a:rPr lang="fr-FR" sz="2000" dirty="0">
                <a:solidFill>
                  <a:schemeClr val="accent4">
                    <a:lumMod val="75000"/>
                  </a:schemeClr>
                </a:solidFill>
              </a:rPr>
              <a:t>Dépôt local</a:t>
            </a:r>
          </a:p>
        </p:txBody>
      </p:sp>
      <p:sp>
        <p:nvSpPr>
          <p:cNvPr id="16" name="Rectangle : coins arrondis 15">
            <a:extLst>
              <a:ext uri="{FF2B5EF4-FFF2-40B4-BE49-F238E27FC236}">
                <a16:creationId xmlns:a16="http://schemas.microsoft.com/office/drawing/2014/main" id="{1B272393-169C-803F-3769-058BFC3CA7D1}"/>
              </a:ext>
            </a:extLst>
          </p:cNvPr>
          <p:cNvSpPr/>
          <p:nvPr/>
        </p:nvSpPr>
        <p:spPr>
          <a:xfrm>
            <a:off x="1726292" y="3592972"/>
            <a:ext cx="2880542" cy="812938"/>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r"/>
            <a:r>
              <a:rPr lang="fr-FR" sz="1600" dirty="0"/>
              <a:t>Stage (ou index)</a:t>
            </a:r>
          </a:p>
          <a:p>
            <a:pPr algn="r"/>
            <a:r>
              <a:rPr lang="fr-FR" sz="1200" dirty="0">
                <a:solidFill>
                  <a:schemeClr val="bg1">
                    <a:lumMod val="85000"/>
                  </a:schemeClr>
                </a:solidFill>
              </a:rPr>
              <a:t>En attente de validation</a:t>
            </a:r>
            <a:endParaRPr lang="fr-FR" sz="1600" dirty="0">
              <a:solidFill>
                <a:schemeClr val="bg1">
                  <a:lumMod val="85000"/>
                </a:schemeClr>
              </a:solidFill>
            </a:endParaRPr>
          </a:p>
        </p:txBody>
      </p:sp>
      <p:cxnSp>
        <p:nvCxnSpPr>
          <p:cNvPr id="20" name="Connecteur : en arc 19">
            <a:extLst>
              <a:ext uri="{FF2B5EF4-FFF2-40B4-BE49-F238E27FC236}">
                <a16:creationId xmlns:a16="http://schemas.microsoft.com/office/drawing/2014/main" id="{819A47BC-731D-3B9C-6CF3-3B8D825F59DC}"/>
              </a:ext>
            </a:extLst>
          </p:cNvPr>
          <p:cNvCxnSpPr/>
          <p:nvPr/>
        </p:nvCxnSpPr>
        <p:spPr>
          <a:xfrm rot="10800000" flipV="1">
            <a:off x="1700166" y="2878688"/>
            <a:ext cx="14746" cy="1164295"/>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pic>
        <p:nvPicPr>
          <p:cNvPr id="22" name="Graphique 21" descr="Document">
            <a:extLst>
              <a:ext uri="{FF2B5EF4-FFF2-40B4-BE49-F238E27FC236}">
                <a16:creationId xmlns:a16="http://schemas.microsoft.com/office/drawing/2014/main" id="{221ADC90-A42B-334B-2BD1-0508F27C14A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867980" y="3696787"/>
            <a:ext cx="624841" cy="624841"/>
          </a:xfrm>
          <a:prstGeom prst="rect">
            <a:avLst/>
          </a:prstGeom>
        </p:spPr>
      </p:pic>
      <p:pic>
        <p:nvPicPr>
          <p:cNvPr id="23" name="Graphique 22" descr="Document">
            <a:extLst>
              <a:ext uri="{FF2B5EF4-FFF2-40B4-BE49-F238E27FC236}">
                <a16:creationId xmlns:a16="http://schemas.microsoft.com/office/drawing/2014/main" id="{06189D59-9253-3232-284F-C15E51024792}"/>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360013" y="3701134"/>
            <a:ext cx="624841" cy="624841"/>
          </a:xfrm>
          <a:prstGeom prst="rect">
            <a:avLst/>
          </a:prstGeom>
        </p:spPr>
      </p:pic>
      <p:sp>
        <p:nvSpPr>
          <p:cNvPr id="3" name="ZoneTexte 2">
            <a:extLst>
              <a:ext uri="{FF2B5EF4-FFF2-40B4-BE49-F238E27FC236}">
                <a16:creationId xmlns:a16="http://schemas.microsoft.com/office/drawing/2014/main" id="{43738024-424D-D866-7693-2A9727A996F2}"/>
              </a:ext>
            </a:extLst>
          </p:cNvPr>
          <p:cNvSpPr txBox="1"/>
          <p:nvPr/>
        </p:nvSpPr>
        <p:spPr>
          <a:xfrm>
            <a:off x="1097280" y="3265715"/>
            <a:ext cx="538930" cy="369332"/>
          </a:xfrm>
          <a:prstGeom prst="rect">
            <a:avLst/>
          </a:prstGeom>
          <a:noFill/>
        </p:spPr>
        <p:txBody>
          <a:bodyPr wrap="none" rtlCol="0">
            <a:spAutoFit/>
          </a:bodyPr>
          <a:lstStyle/>
          <a:p>
            <a:r>
              <a:rPr lang="fr-FR" dirty="0" err="1"/>
              <a:t>add</a:t>
            </a:r>
            <a:endParaRPr lang="fr-FR" dirty="0"/>
          </a:p>
        </p:txBody>
      </p:sp>
      <p:sp>
        <p:nvSpPr>
          <p:cNvPr id="6" name="Rectangle : coins arrondis 5">
            <a:extLst>
              <a:ext uri="{FF2B5EF4-FFF2-40B4-BE49-F238E27FC236}">
                <a16:creationId xmlns:a16="http://schemas.microsoft.com/office/drawing/2014/main" id="{D3DECD20-451B-E747-22D6-48E945FF5C08}"/>
              </a:ext>
            </a:extLst>
          </p:cNvPr>
          <p:cNvSpPr/>
          <p:nvPr/>
        </p:nvSpPr>
        <p:spPr>
          <a:xfrm>
            <a:off x="1724298" y="2454802"/>
            <a:ext cx="2880740" cy="812938"/>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r"/>
            <a:r>
              <a:rPr lang="fr-FR" sz="1600" dirty="0"/>
              <a:t>Working directory</a:t>
            </a:r>
            <a:endParaRPr lang="fr-FR" sz="1200" dirty="0">
              <a:solidFill>
                <a:schemeClr val="bg1">
                  <a:lumMod val="85000"/>
                </a:schemeClr>
              </a:solidFill>
            </a:endParaRPr>
          </a:p>
          <a:p>
            <a:pPr algn="r"/>
            <a:r>
              <a:rPr lang="fr-FR" sz="1200" dirty="0">
                <a:solidFill>
                  <a:schemeClr val="bg1">
                    <a:lumMod val="85000"/>
                  </a:schemeClr>
                </a:solidFill>
              </a:rPr>
              <a:t>Zone de travail</a:t>
            </a:r>
            <a:endParaRPr lang="fr-FR" sz="1600" dirty="0">
              <a:solidFill>
                <a:schemeClr val="bg1">
                  <a:lumMod val="85000"/>
                </a:schemeClr>
              </a:solidFill>
            </a:endParaRPr>
          </a:p>
        </p:txBody>
      </p:sp>
      <p:sp>
        <p:nvSpPr>
          <p:cNvPr id="7" name="ZoneTexte 6">
            <a:extLst>
              <a:ext uri="{FF2B5EF4-FFF2-40B4-BE49-F238E27FC236}">
                <a16:creationId xmlns:a16="http://schemas.microsoft.com/office/drawing/2014/main" id="{27D3A912-AE3E-193B-9F7B-C990C16076F2}"/>
              </a:ext>
            </a:extLst>
          </p:cNvPr>
          <p:cNvSpPr txBox="1"/>
          <p:nvPr/>
        </p:nvSpPr>
        <p:spPr>
          <a:xfrm>
            <a:off x="9962604" y="4123510"/>
            <a:ext cx="1601336" cy="400110"/>
          </a:xfrm>
          <a:prstGeom prst="rect">
            <a:avLst/>
          </a:prstGeom>
          <a:noFill/>
        </p:spPr>
        <p:txBody>
          <a:bodyPr wrap="none" rtlCol="0">
            <a:spAutoFit/>
          </a:bodyPr>
          <a:lstStyle/>
          <a:p>
            <a:r>
              <a:rPr lang="fr-FR" sz="2000" dirty="0">
                <a:solidFill>
                  <a:schemeClr val="accent1"/>
                </a:solidFill>
              </a:rPr>
              <a:t>Dépôt distant</a:t>
            </a:r>
          </a:p>
        </p:txBody>
      </p:sp>
      <p:pic>
        <p:nvPicPr>
          <p:cNvPr id="8" name="Graphique 7" descr="Nuage">
            <a:extLst>
              <a:ext uri="{FF2B5EF4-FFF2-40B4-BE49-F238E27FC236}">
                <a16:creationId xmlns:a16="http://schemas.microsoft.com/office/drawing/2014/main" id="{B5C0BC09-9CAF-60FD-DD14-CC27304BA54D}"/>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9688283" y="3990705"/>
            <a:ext cx="2270759" cy="2270759"/>
          </a:xfrm>
          <a:prstGeom prst="rect">
            <a:avLst/>
          </a:prstGeom>
        </p:spPr>
      </p:pic>
      <p:pic>
        <p:nvPicPr>
          <p:cNvPr id="10" name="Picture 4" descr="GitHub Logo, symbol, meaning, history, PNG, brand">
            <a:extLst>
              <a:ext uri="{FF2B5EF4-FFF2-40B4-BE49-F238E27FC236}">
                <a16:creationId xmlns:a16="http://schemas.microsoft.com/office/drawing/2014/main" id="{2A4AA352-E520-3522-82AD-EE790467F947}"/>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10126569" y="5592045"/>
            <a:ext cx="1255533" cy="7058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1755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 coins arrondis 3">
            <a:extLst>
              <a:ext uri="{FF2B5EF4-FFF2-40B4-BE49-F238E27FC236}">
                <a16:creationId xmlns:a16="http://schemas.microsoft.com/office/drawing/2014/main" id="{AF334D85-B582-24A1-A361-04AB87600F38}"/>
              </a:ext>
            </a:extLst>
          </p:cNvPr>
          <p:cNvSpPr/>
          <p:nvPr/>
        </p:nvSpPr>
        <p:spPr>
          <a:xfrm>
            <a:off x="387529" y="2055223"/>
            <a:ext cx="5177247" cy="4023360"/>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600" dirty="0"/>
          </a:p>
        </p:txBody>
      </p:sp>
      <p:pic>
        <p:nvPicPr>
          <p:cNvPr id="17" name="Picture 2" descr="Git full logo transparent PNG - StickPNG">
            <a:extLst>
              <a:ext uri="{FF2B5EF4-FFF2-40B4-BE49-F238E27FC236}">
                <a16:creationId xmlns:a16="http://schemas.microsoft.com/office/drawing/2014/main" id="{6D8B022C-7177-F0C9-9484-4B88B632A88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6832" b="92547" l="9353" r="89568">
                        <a14:foregroundMark x1="33813" y1="39752" x2="33813" y2="39752"/>
                        <a14:foregroundMark x1="39928" y1="36646" x2="39209" y2="44720"/>
                        <a14:foregroundMark x1="46043" y1="7453" x2="46043" y2="7453"/>
                        <a14:foregroundMark x1="53957" y1="82609" x2="53957" y2="82609"/>
                        <a14:foregroundMark x1="63309" y1="81366" x2="63309" y2="81366"/>
                        <a14:foregroundMark x1="62950" y1="67081" x2="62950" y2="67081"/>
                        <a14:foregroundMark x1="67626" y1="78882" x2="67626" y2="78882"/>
                        <a14:foregroundMark x1="51439" y1="92547" x2="51439" y2="92547"/>
                      </a14:backgroundRemoval>
                    </a14:imgEffect>
                  </a14:imgLayer>
                </a14:imgProps>
              </a:ext>
              <a:ext uri="{28A0092B-C50C-407E-A947-70E740481C1C}">
                <a14:useLocalDpi xmlns:a14="http://schemas.microsoft.com/office/drawing/2010/main" val="0"/>
              </a:ext>
            </a:extLst>
          </a:blip>
          <a:srcRect/>
          <a:stretch>
            <a:fillRect/>
          </a:stretch>
        </p:blipFill>
        <p:spPr bwMode="auto">
          <a:xfrm>
            <a:off x="-199623" y="5930537"/>
            <a:ext cx="1410439" cy="816837"/>
          </a:xfrm>
          <a:prstGeom prst="rect">
            <a:avLst/>
          </a:prstGeom>
          <a:noFill/>
          <a:extLst>
            <a:ext uri="{909E8E84-426E-40DD-AFC4-6F175D3DCCD1}">
              <a14:hiddenFill xmlns:a14="http://schemas.microsoft.com/office/drawing/2010/main">
                <a:solidFill>
                  <a:srgbClr val="FFFFFF"/>
                </a:solidFill>
              </a14:hiddenFill>
            </a:ext>
          </a:extLst>
        </p:spPr>
      </p:pic>
      <p:sp>
        <p:nvSpPr>
          <p:cNvPr id="19" name="ZoneTexte 18">
            <a:extLst>
              <a:ext uri="{FF2B5EF4-FFF2-40B4-BE49-F238E27FC236}">
                <a16:creationId xmlns:a16="http://schemas.microsoft.com/office/drawing/2014/main" id="{28AEF5A1-791E-64A9-3C7B-5F474844E604}"/>
              </a:ext>
            </a:extLst>
          </p:cNvPr>
          <p:cNvSpPr txBox="1"/>
          <p:nvPr/>
        </p:nvSpPr>
        <p:spPr>
          <a:xfrm>
            <a:off x="640079" y="1611087"/>
            <a:ext cx="1367169" cy="400110"/>
          </a:xfrm>
          <a:prstGeom prst="rect">
            <a:avLst/>
          </a:prstGeom>
          <a:noFill/>
        </p:spPr>
        <p:txBody>
          <a:bodyPr wrap="none" rtlCol="0">
            <a:spAutoFit/>
          </a:bodyPr>
          <a:lstStyle/>
          <a:p>
            <a:r>
              <a:rPr lang="fr-FR" sz="2000" dirty="0">
                <a:solidFill>
                  <a:schemeClr val="accent4">
                    <a:lumMod val="75000"/>
                  </a:schemeClr>
                </a:solidFill>
              </a:rPr>
              <a:t>Dépôt local</a:t>
            </a:r>
          </a:p>
        </p:txBody>
      </p:sp>
      <p:sp>
        <p:nvSpPr>
          <p:cNvPr id="16" name="Rectangle : coins arrondis 15">
            <a:extLst>
              <a:ext uri="{FF2B5EF4-FFF2-40B4-BE49-F238E27FC236}">
                <a16:creationId xmlns:a16="http://schemas.microsoft.com/office/drawing/2014/main" id="{1B272393-169C-803F-3769-058BFC3CA7D1}"/>
              </a:ext>
            </a:extLst>
          </p:cNvPr>
          <p:cNvSpPr/>
          <p:nvPr/>
        </p:nvSpPr>
        <p:spPr>
          <a:xfrm>
            <a:off x="1726292" y="3592972"/>
            <a:ext cx="2880542" cy="812938"/>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r"/>
            <a:r>
              <a:rPr lang="fr-FR" sz="1600" dirty="0"/>
              <a:t>Stage (ou index)</a:t>
            </a:r>
          </a:p>
          <a:p>
            <a:pPr algn="r"/>
            <a:r>
              <a:rPr lang="fr-FR" sz="1200" dirty="0">
                <a:solidFill>
                  <a:schemeClr val="bg1">
                    <a:lumMod val="85000"/>
                  </a:schemeClr>
                </a:solidFill>
              </a:rPr>
              <a:t>En attente de validation</a:t>
            </a:r>
            <a:endParaRPr lang="fr-FR" sz="1600" dirty="0">
              <a:solidFill>
                <a:schemeClr val="bg1">
                  <a:lumMod val="85000"/>
                </a:schemeClr>
              </a:solidFill>
            </a:endParaRPr>
          </a:p>
        </p:txBody>
      </p:sp>
      <p:cxnSp>
        <p:nvCxnSpPr>
          <p:cNvPr id="20" name="Connecteur : en arc 19">
            <a:extLst>
              <a:ext uri="{FF2B5EF4-FFF2-40B4-BE49-F238E27FC236}">
                <a16:creationId xmlns:a16="http://schemas.microsoft.com/office/drawing/2014/main" id="{819A47BC-731D-3B9C-6CF3-3B8D825F59DC}"/>
              </a:ext>
            </a:extLst>
          </p:cNvPr>
          <p:cNvCxnSpPr/>
          <p:nvPr/>
        </p:nvCxnSpPr>
        <p:spPr>
          <a:xfrm rot="10800000" flipV="1">
            <a:off x="1700166" y="2878688"/>
            <a:ext cx="14746" cy="1164295"/>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3" name="ZoneTexte 2">
            <a:extLst>
              <a:ext uri="{FF2B5EF4-FFF2-40B4-BE49-F238E27FC236}">
                <a16:creationId xmlns:a16="http://schemas.microsoft.com/office/drawing/2014/main" id="{43738024-424D-D866-7693-2A9727A996F2}"/>
              </a:ext>
            </a:extLst>
          </p:cNvPr>
          <p:cNvSpPr txBox="1"/>
          <p:nvPr/>
        </p:nvSpPr>
        <p:spPr>
          <a:xfrm>
            <a:off x="1097280" y="3265715"/>
            <a:ext cx="538930" cy="369332"/>
          </a:xfrm>
          <a:prstGeom prst="rect">
            <a:avLst/>
          </a:prstGeom>
          <a:noFill/>
        </p:spPr>
        <p:txBody>
          <a:bodyPr wrap="none" rtlCol="0">
            <a:spAutoFit/>
          </a:bodyPr>
          <a:lstStyle/>
          <a:p>
            <a:r>
              <a:rPr lang="fr-FR" dirty="0" err="1"/>
              <a:t>add</a:t>
            </a:r>
            <a:endParaRPr lang="fr-FR" dirty="0"/>
          </a:p>
        </p:txBody>
      </p:sp>
      <p:sp>
        <p:nvSpPr>
          <p:cNvPr id="6" name="Rectangle : coins arrondis 5">
            <a:extLst>
              <a:ext uri="{FF2B5EF4-FFF2-40B4-BE49-F238E27FC236}">
                <a16:creationId xmlns:a16="http://schemas.microsoft.com/office/drawing/2014/main" id="{D3DECD20-451B-E747-22D6-48E945FF5C08}"/>
              </a:ext>
            </a:extLst>
          </p:cNvPr>
          <p:cNvSpPr/>
          <p:nvPr/>
        </p:nvSpPr>
        <p:spPr>
          <a:xfrm>
            <a:off x="1724298" y="2454802"/>
            <a:ext cx="2880740" cy="812938"/>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r"/>
            <a:r>
              <a:rPr lang="fr-FR" sz="1600" dirty="0"/>
              <a:t>Working directory</a:t>
            </a:r>
            <a:endParaRPr lang="fr-FR" sz="1200" dirty="0">
              <a:solidFill>
                <a:schemeClr val="bg1">
                  <a:lumMod val="85000"/>
                </a:schemeClr>
              </a:solidFill>
            </a:endParaRPr>
          </a:p>
          <a:p>
            <a:pPr algn="r"/>
            <a:r>
              <a:rPr lang="fr-FR" sz="1200" dirty="0">
                <a:solidFill>
                  <a:schemeClr val="bg1">
                    <a:lumMod val="85000"/>
                  </a:schemeClr>
                </a:solidFill>
              </a:rPr>
              <a:t>Zone de travail</a:t>
            </a:r>
            <a:endParaRPr lang="fr-FR" sz="1600" dirty="0">
              <a:solidFill>
                <a:schemeClr val="bg1">
                  <a:lumMod val="85000"/>
                </a:schemeClr>
              </a:solidFill>
            </a:endParaRPr>
          </a:p>
        </p:txBody>
      </p:sp>
      <p:cxnSp>
        <p:nvCxnSpPr>
          <p:cNvPr id="5" name="Connecteur : en arc 4">
            <a:extLst>
              <a:ext uri="{FF2B5EF4-FFF2-40B4-BE49-F238E27FC236}">
                <a16:creationId xmlns:a16="http://schemas.microsoft.com/office/drawing/2014/main" id="{1C7D4841-BDDF-0B6A-07DC-4C120B6960C8}"/>
              </a:ext>
            </a:extLst>
          </p:cNvPr>
          <p:cNvCxnSpPr/>
          <p:nvPr/>
        </p:nvCxnSpPr>
        <p:spPr>
          <a:xfrm rot="10800000" flipV="1">
            <a:off x="1643560" y="4206745"/>
            <a:ext cx="14746" cy="1164295"/>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7" name="ZoneTexte 6">
            <a:extLst>
              <a:ext uri="{FF2B5EF4-FFF2-40B4-BE49-F238E27FC236}">
                <a16:creationId xmlns:a16="http://schemas.microsoft.com/office/drawing/2014/main" id="{071A91B2-71AC-D531-934A-6C8C498F67BB}"/>
              </a:ext>
            </a:extLst>
          </p:cNvPr>
          <p:cNvSpPr txBox="1"/>
          <p:nvPr/>
        </p:nvSpPr>
        <p:spPr>
          <a:xfrm>
            <a:off x="971005" y="4593772"/>
            <a:ext cx="900888" cy="369332"/>
          </a:xfrm>
          <a:prstGeom prst="rect">
            <a:avLst/>
          </a:prstGeom>
          <a:noFill/>
        </p:spPr>
        <p:txBody>
          <a:bodyPr wrap="none" rtlCol="0">
            <a:spAutoFit/>
          </a:bodyPr>
          <a:lstStyle/>
          <a:p>
            <a:r>
              <a:rPr lang="fr-FR" dirty="0"/>
              <a:t>commit</a:t>
            </a:r>
          </a:p>
        </p:txBody>
      </p:sp>
      <p:sp>
        <p:nvSpPr>
          <p:cNvPr id="8" name="Rectangle : coins arrondis 7">
            <a:extLst>
              <a:ext uri="{FF2B5EF4-FFF2-40B4-BE49-F238E27FC236}">
                <a16:creationId xmlns:a16="http://schemas.microsoft.com/office/drawing/2014/main" id="{05AF71DE-3E51-2A27-26F2-D543079C884F}"/>
              </a:ext>
            </a:extLst>
          </p:cNvPr>
          <p:cNvSpPr/>
          <p:nvPr/>
        </p:nvSpPr>
        <p:spPr>
          <a:xfrm>
            <a:off x="1703959" y="4870471"/>
            <a:ext cx="2929002" cy="812938"/>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r"/>
            <a:r>
              <a:rPr lang="fr-FR" sz="1600" dirty="0"/>
              <a:t>Repository</a:t>
            </a:r>
          </a:p>
          <a:p>
            <a:pPr algn="r"/>
            <a:r>
              <a:rPr lang="fr-FR" sz="1200" dirty="0">
                <a:solidFill>
                  <a:schemeClr val="bg1">
                    <a:lumMod val="85000"/>
                  </a:schemeClr>
                </a:solidFill>
              </a:rPr>
              <a:t>Modifications enregistrées</a:t>
            </a:r>
          </a:p>
        </p:txBody>
      </p:sp>
      <p:pic>
        <p:nvPicPr>
          <p:cNvPr id="9" name="Graphique 8" descr="Document">
            <a:extLst>
              <a:ext uri="{FF2B5EF4-FFF2-40B4-BE49-F238E27FC236}">
                <a16:creationId xmlns:a16="http://schemas.microsoft.com/office/drawing/2014/main" id="{156C9EF8-DA6A-FD12-11DE-BBCBDD68AD2D}"/>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811374" y="4972587"/>
            <a:ext cx="624841" cy="624841"/>
          </a:xfrm>
          <a:prstGeom prst="rect">
            <a:avLst/>
          </a:prstGeom>
        </p:spPr>
      </p:pic>
      <p:pic>
        <p:nvPicPr>
          <p:cNvPr id="10" name="Graphique 9" descr="Document">
            <a:extLst>
              <a:ext uri="{FF2B5EF4-FFF2-40B4-BE49-F238E27FC236}">
                <a16:creationId xmlns:a16="http://schemas.microsoft.com/office/drawing/2014/main" id="{43B79A60-4F83-A9EE-3418-11436579E590}"/>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303407" y="4976934"/>
            <a:ext cx="624841" cy="624841"/>
          </a:xfrm>
          <a:prstGeom prst="rect">
            <a:avLst/>
          </a:prstGeom>
        </p:spPr>
      </p:pic>
      <p:sp>
        <p:nvSpPr>
          <p:cNvPr id="11" name="ZoneTexte 10">
            <a:extLst>
              <a:ext uri="{FF2B5EF4-FFF2-40B4-BE49-F238E27FC236}">
                <a16:creationId xmlns:a16="http://schemas.microsoft.com/office/drawing/2014/main" id="{74FC2683-62F0-61F3-F1B0-33A152A9FFB3}"/>
              </a:ext>
            </a:extLst>
          </p:cNvPr>
          <p:cNvSpPr txBox="1"/>
          <p:nvPr/>
        </p:nvSpPr>
        <p:spPr>
          <a:xfrm>
            <a:off x="9962604" y="4123510"/>
            <a:ext cx="1601336" cy="400110"/>
          </a:xfrm>
          <a:prstGeom prst="rect">
            <a:avLst/>
          </a:prstGeom>
          <a:noFill/>
        </p:spPr>
        <p:txBody>
          <a:bodyPr wrap="none" rtlCol="0">
            <a:spAutoFit/>
          </a:bodyPr>
          <a:lstStyle/>
          <a:p>
            <a:r>
              <a:rPr lang="fr-FR" sz="2000" dirty="0">
                <a:solidFill>
                  <a:schemeClr val="accent1"/>
                </a:solidFill>
              </a:rPr>
              <a:t>Dépôt distant</a:t>
            </a:r>
          </a:p>
        </p:txBody>
      </p:sp>
      <p:pic>
        <p:nvPicPr>
          <p:cNvPr id="12" name="Graphique 11" descr="Nuage">
            <a:extLst>
              <a:ext uri="{FF2B5EF4-FFF2-40B4-BE49-F238E27FC236}">
                <a16:creationId xmlns:a16="http://schemas.microsoft.com/office/drawing/2014/main" id="{24193336-1F64-08F1-BFCB-627D6776FB05}"/>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9688283" y="3990705"/>
            <a:ext cx="2270759" cy="2270759"/>
          </a:xfrm>
          <a:prstGeom prst="rect">
            <a:avLst/>
          </a:prstGeom>
        </p:spPr>
      </p:pic>
      <p:pic>
        <p:nvPicPr>
          <p:cNvPr id="14" name="Picture 4" descr="GitHub Logo, symbol, meaning, history, PNG, brand">
            <a:extLst>
              <a:ext uri="{FF2B5EF4-FFF2-40B4-BE49-F238E27FC236}">
                <a16:creationId xmlns:a16="http://schemas.microsoft.com/office/drawing/2014/main" id="{C9CC4DC9-23B8-9B69-A26F-E6E87621440B}"/>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10126569" y="5592045"/>
            <a:ext cx="1255533" cy="705876"/>
          </a:xfrm>
          <a:prstGeom prst="rect">
            <a:avLst/>
          </a:prstGeom>
          <a:noFill/>
          <a:extLst>
            <a:ext uri="{909E8E84-426E-40DD-AFC4-6F175D3DCCD1}">
              <a14:hiddenFill xmlns:a14="http://schemas.microsoft.com/office/drawing/2010/main">
                <a:solidFill>
                  <a:srgbClr val="FFFFFF"/>
                </a:solidFill>
              </a14:hiddenFill>
            </a:ext>
          </a:extLst>
        </p:spPr>
      </p:pic>
      <p:sp>
        <p:nvSpPr>
          <p:cNvPr id="18" name="Titre 1">
            <a:extLst>
              <a:ext uri="{FF2B5EF4-FFF2-40B4-BE49-F238E27FC236}">
                <a16:creationId xmlns:a16="http://schemas.microsoft.com/office/drawing/2014/main" id="{9A68B56B-C632-9221-C3C4-B9E4A5077E6F}"/>
              </a:ext>
            </a:extLst>
          </p:cNvPr>
          <p:cNvSpPr>
            <a:spLocks noGrp="1"/>
          </p:cNvSpPr>
          <p:nvPr>
            <p:ph type="title"/>
          </p:nvPr>
        </p:nvSpPr>
        <p:spPr>
          <a:xfrm>
            <a:off x="0" y="129990"/>
            <a:ext cx="12192000" cy="1325563"/>
          </a:xfrm>
        </p:spPr>
        <p:txBody>
          <a:bodyPr>
            <a:normAutofit/>
          </a:bodyPr>
          <a:lstStyle/>
          <a:p>
            <a:pPr algn="ctr"/>
            <a:r>
              <a:rPr lang="fr-FR" sz="4000" dirty="0"/>
              <a:t>Comment GIT et GIT Hub fonctionnent ensemble ?</a:t>
            </a:r>
          </a:p>
        </p:txBody>
      </p:sp>
    </p:spTree>
    <p:extLst>
      <p:ext uri="{BB962C8B-B14F-4D97-AF65-F5344CB8AC3E}">
        <p14:creationId xmlns:p14="http://schemas.microsoft.com/office/powerpoint/2010/main" val="18510361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 coins arrondis 3">
            <a:extLst>
              <a:ext uri="{FF2B5EF4-FFF2-40B4-BE49-F238E27FC236}">
                <a16:creationId xmlns:a16="http://schemas.microsoft.com/office/drawing/2014/main" id="{AF334D85-B582-24A1-A361-04AB87600F38}"/>
              </a:ext>
            </a:extLst>
          </p:cNvPr>
          <p:cNvSpPr/>
          <p:nvPr/>
        </p:nvSpPr>
        <p:spPr>
          <a:xfrm>
            <a:off x="387529" y="2055223"/>
            <a:ext cx="5177247" cy="4023360"/>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600" dirty="0"/>
          </a:p>
        </p:txBody>
      </p:sp>
      <p:pic>
        <p:nvPicPr>
          <p:cNvPr id="17" name="Picture 2" descr="Git full logo transparent PNG - StickPNG">
            <a:extLst>
              <a:ext uri="{FF2B5EF4-FFF2-40B4-BE49-F238E27FC236}">
                <a16:creationId xmlns:a16="http://schemas.microsoft.com/office/drawing/2014/main" id="{6D8B022C-7177-F0C9-9484-4B88B632A88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6832" b="92547" l="9353" r="89568">
                        <a14:foregroundMark x1="33813" y1="39752" x2="33813" y2="39752"/>
                        <a14:foregroundMark x1="39928" y1="36646" x2="39209" y2="44720"/>
                        <a14:foregroundMark x1="46043" y1="7453" x2="46043" y2="7453"/>
                        <a14:foregroundMark x1="53957" y1="82609" x2="53957" y2="82609"/>
                        <a14:foregroundMark x1="63309" y1="81366" x2="63309" y2="81366"/>
                        <a14:foregroundMark x1="62950" y1="67081" x2="62950" y2="67081"/>
                        <a14:foregroundMark x1="67626" y1="78882" x2="67626" y2="78882"/>
                        <a14:foregroundMark x1="51439" y1="92547" x2="51439" y2="92547"/>
                      </a14:backgroundRemoval>
                    </a14:imgEffect>
                  </a14:imgLayer>
                </a14:imgProps>
              </a:ext>
              <a:ext uri="{28A0092B-C50C-407E-A947-70E740481C1C}">
                <a14:useLocalDpi xmlns:a14="http://schemas.microsoft.com/office/drawing/2010/main" val="0"/>
              </a:ext>
            </a:extLst>
          </a:blip>
          <a:srcRect/>
          <a:stretch>
            <a:fillRect/>
          </a:stretch>
        </p:blipFill>
        <p:spPr bwMode="auto">
          <a:xfrm>
            <a:off x="-199623" y="5930537"/>
            <a:ext cx="1410439" cy="816837"/>
          </a:xfrm>
          <a:prstGeom prst="rect">
            <a:avLst/>
          </a:prstGeom>
          <a:noFill/>
          <a:extLst>
            <a:ext uri="{909E8E84-426E-40DD-AFC4-6F175D3DCCD1}">
              <a14:hiddenFill xmlns:a14="http://schemas.microsoft.com/office/drawing/2010/main">
                <a:solidFill>
                  <a:srgbClr val="FFFFFF"/>
                </a:solidFill>
              </a14:hiddenFill>
            </a:ext>
          </a:extLst>
        </p:spPr>
      </p:pic>
      <p:sp>
        <p:nvSpPr>
          <p:cNvPr id="19" name="ZoneTexte 18">
            <a:extLst>
              <a:ext uri="{FF2B5EF4-FFF2-40B4-BE49-F238E27FC236}">
                <a16:creationId xmlns:a16="http://schemas.microsoft.com/office/drawing/2014/main" id="{28AEF5A1-791E-64A9-3C7B-5F474844E604}"/>
              </a:ext>
            </a:extLst>
          </p:cNvPr>
          <p:cNvSpPr txBox="1"/>
          <p:nvPr/>
        </p:nvSpPr>
        <p:spPr>
          <a:xfrm>
            <a:off x="640079" y="1611087"/>
            <a:ext cx="1367169" cy="400110"/>
          </a:xfrm>
          <a:prstGeom prst="rect">
            <a:avLst/>
          </a:prstGeom>
          <a:noFill/>
        </p:spPr>
        <p:txBody>
          <a:bodyPr wrap="none" rtlCol="0">
            <a:spAutoFit/>
          </a:bodyPr>
          <a:lstStyle/>
          <a:p>
            <a:r>
              <a:rPr lang="fr-FR" sz="2000" dirty="0">
                <a:solidFill>
                  <a:schemeClr val="accent4">
                    <a:lumMod val="75000"/>
                  </a:schemeClr>
                </a:solidFill>
              </a:rPr>
              <a:t>Dépôt local</a:t>
            </a:r>
          </a:p>
        </p:txBody>
      </p:sp>
      <p:sp>
        <p:nvSpPr>
          <p:cNvPr id="21" name="ZoneTexte 20">
            <a:extLst>
              <a:ext uri="{FF2B5EF4-FFF2-40B4-BE49-F238E27FC236}">
                <a16:creationId xmlns:a16="http://schemas.microsoft.com/office/drawing/2014/main" id="{6B774934-77CB-B3EB-9232-946443BE7DCD}"/>
              </a:ext>
            </a:extLst>
          </p:cNvPr>
          <p:cNvSpPr txBox="1"/>
          <p:nvPr/>
        </p:nvSpPr>
        <p:spPr>
          <a:xfrm>
            <a:off x="9962604" y="4123510"/>
            <a:ext cx="1601336" cy="400110"/>
          </a:xfrm>
          <a:prstGeom prst="rect">
            <a:avLst/>
          </a:prstGeom>
          <a:noFill/>
        </p:spPr>
        <p:txBody>
          <a:bodyPr wrap="none" rtlCol="0">
            <a:spAutoFit/>
          </a:bodyPr>
          <a:lstStyle/>
          <a:p>
            <a:r>
              <a:rPr lang="fr-FR" sz="2000" dirty="0">
                <a:solidFill>
                  <a:schemeClr val="accent1"/>
                </a:solidFill>
              </a:rPr>
              <a:t>Dépôt distant</a:t>
            </a:r>
          </a:p>
        </p:txBody>
      </p:sp>
      <p:pic>
        <p:nvPicPr>
          <p:cNvPr id="26" name="Graphique 25" descr="Nuage">
            <a:extLst>
              <a:ext uri="{FF2B5EF4-FFF2-40B4-BE49-F238E27FC236}">
                <a16:creationId xmlns:a16="http://schemas.microsoft.com/office/drawing/2014/main" id="{F4123D93-8EF6-5AE4-8E3A-CE418D978403}"/>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688283" y="3990705"/>
            <a:ext cx="2270759" cy="2270759"/>
          </a:xfrm>
          <a:prstGeom prst="rect">
            <a:avLst/>
          </a:prstGeom>
        </p:spPr>
      </p:pic>
      <p:pic>
        <p:nvPicPr>
          <p:cNvPr id="27" name="Picture 4" descr="GitHub Logo, symbol, meaning, history, PNG, brand">
            <a:extLst>
              <a:ext uri="{FF2B5EF4-FFF2-40B4-BE49-F238E27FC236}">
                <a16:creationId xmlns:a16="http://schemas.microsoft.com/office/drawing/2014/main" id="{FBF209B8-4A62-A1DA-7EE8-81B077F6ECF3}"/>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10126569" y="5592045"/>
            <a:ext cx="1255533" cy="705876"/>
          </a:xfrm>
          <a:prstGeom prst="rect">
            <a:avLst/>
          </a:prstGeom>
          <a:noFill/>
          <a:extLst>
            <a:ext uri="{909E8E84-426E-40DD-AFC4-6F175D3DCCD1}">
              <a14:hiddenFill xmlns:a14="http://schemas.microsoft.com/office/drawing/2010/main">
                <a:solidFill>
                  <a:srgbClr val="FFFFFF"/>
                </a:solidFill>
              </a14:hiddenFill>
            </a:ext>
          </a:extLst>
        </p:spPr>
      </p:pic>
      <p:sp>
        <p:nvSpPr>
          <p:cNvPr id="16" name="Rectangle : coins arrondis 15">
            <a:extLst>
              <a:ext uri="{FF2B5EF4-FFF2-40B4-BE49-F238E27FC236}">
                <a16:creationId xmlns:a16="http://schemas.microsoft.com/office/drawing/2014/main" id="{1B272393-169C-803F-3769-058BFC3CA7D1}"/>
              </a:ext>
            </a:extLst>
          </p:cNvPr>
          <p:cNvSpPr/>
          <p:nvPr/>
        </p:nvSpPr>
        <p:spPr>
          <a:xfrm>
            <a:off x="1726292" y="3592972"/>
            <a:ext cx="2880542" cy="812938"/>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r"/>
            <a:r>
              <a:rPr lang="fr-FR" sz="1600" dirty="0"/>
              <a:t>Stage (ou index)</a:t>
            </a:r>
          </a:p>
          <a:p>
            <a:pPr algn="r"/>
            <a:r>
              <a:rPr lang="fr-FR" sz="1200" dirty="0">
                <a:solidFill>
                  <a:schemeClr val="bg1">
                    <a:lumMod val="85000"/>
                  </a:schemeClr>
                </a:solidFill>
              </a:rPr>
              <a:t>En attente de validation</a:t>
            </a:r>
            <a:endParaRPr lang="fr-FR" sz="1600" dirty="0">
              <a:solidFill>
                <a:schemeClr val="bg1">
                  <a:lumMod val="85000"/>
                </a:schemeClr>
              </a:solidFill>
            </a:endParaRPr>
          </a:p>
        </p:txBody>
      </p:sp>
      <p:cxnSp>
        <p:nvCxnSpPr>
          <p:cNvPr id="20" name="Connecteur : en arc 19">
            <a:extLst>
              <a:ext uri="{FF2B5EF4-FFF2-40B4-BE49-F238E27FC236}">
                <a16:creationId xmlns:a16="http://schemas.microsoft.com/office/drawing/2014/main" id="{819A47BC-731D-3B9C-6CF3-3B8D825F59DC}"/>
              </a:ext>
            </a:extLst>
          </p:cNvPr>
          <p:cNvCxnSpPr/>
          <p:nvPr/>
        </p:nvCxnSpPr>
        <p:spPr>
          <a:xfrm rot="10800000" flipV="1">
            <a:off x="1700166" y="2878688"/>
            <a:ext cx="14746" cy="1164295"/>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3" name="ZoneTexte 2">
            <a:extLst>
              <a:ext uri="{FF2B5EF4-FFF2-40B4-BE49-F238E27FC236}">
                <a16:creationId xmlns:a16="http://schemas.microsoft.com/office/drawing/2014/main" id="{43738024-424D-D866-7693-2A9727A996F2}"/>
              </a:ext>
            </a:extLst>
          </p:cNvPr>
          <p:cNvSpPr txBox="1"/>
          <p:nvPr/>
        </p:nvSpPr>
        <p:spPr>
          <a:xfrm>
            <a:off x="1097280" y="3265715"/>
            <a:ext cx="538930" cy="369332"/>
          </a:xfrm>
          <a:prstGeom prst="rect">
            <a:avLst/>
          </a:prstGeom>
          <a:noFill/>
        </p:spPr>
        <p:txBody>
          <a:bodyPr wrap="none" rtlCol="0">
            <a:spAutoFit/>
          </a:bodyPr>
          <a:lstStyle/>
          <a:p>
            <a:r>
              <a:rPr lang="fr-FR" dirty="0" err="1"/>
              <a:t>add</a:t>
            </a:r>
            <a:endParaRPr lang="fr-FR" dirty="0"/>
          </a:p>
        </p:txBody>
      </p:sp>
      <p:sp>
        <p:nvSpPr>
          <p:cNvPr id="6" name="Rectangle : coins arrondis 5">
            <a:extLst>
              <a:ext uri="{FF2B5EF4-FFF2-40B4-BE49-F238E27FC236}">
                <a16:creationId xmlns:a16="http://schemas.microsoft.com/office/drawing/2014/main" id="{D3DECD20-451B-E747-22D6-48E945FF5C08}"/>
              </a:ext>
            </a:extLst>
          </p:cNvPr>
          <p:cNvSpPr/>
          <p:nvPr/>
        </p:nvSpPr>
        <p:spPr>
          <a:xfrm>
            <a:off x="1724298" y="2454802"/>
            <a:ext cx="2880740" cy="812938"/>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r"/>
            <a:r>
              <a:rPr lang="fr-FR" sz="1600" dirty="0"/>
              <a:t>Working directory</a:t>
            </a:r>
            <a:endParaRPr lang="fr-FR" sz="1200" dirty="0">
              <a:solidFill>
                <a:schemeClr val="bg1">
                  <a:lumMod val="85000"/>
                </a:schemeClr>
              </a:solidFill>
            </a:endParaRPr>
          </a:p>
          <a:p>
            <a:pPr algn="r"/>
            <a:r>
              <a:rPr lang="fr-FR" sz="1200" dirty="0">
                <a:solidFill>
                  <a:schemeClr val="bg1">
                    <a:lumMod val="85000"/>
                  </a:schemeClr>
                </a:solidFill>
              </a:rPr>
              <a:t>Zone de travail</a:t>
            </a:r>
            <a:endParaRPr lang="fr-FR" sz="1600" dirty="0">
              <a:solidFill>
                <a:schemeClr val="bg1">
                  <a:lumMod val="85000"/>
                </a:schemeClr>
              </a:solidFill>
            </a:endParaRPr>
          </a:p>
        </p:txBody>
      </p:sp>
      <p:cxnSp>
        <p:nvCxnSpPr>
          <p:cNvPr id="5" name="Connecteur : en arc 4">
            <a:extLst>
              <a:ext uri="{FF2B5EF4-FFF2-40B4-BE49-F238E27FC236}">
                <a16:creationId xmlns:a16="http://schemas.microsoft.com/office/drawing/2014/main" id="{1C7D4841-BDDF-0B6A-07DC-4C120B6960C8}"/>
              </a:ext>
            </a:extLst>
          </p:cNvPr>
          <p:cNvCxnSpPr/>
          <p:nvPr/>
        </p:nvCxnSpPr>
        <p:spPr>
          <a:xfrm rot="10800000" flipV="1">
            <a:off x="1643560" y="4206745"/>
            <a:ext cx="14746" cy="1164295"/>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7" name="ZoneTexte 6">
            <a:extLst>
              <a:ext uri="{FF2B5EF4-FFF2-40B4-BE49-F238E27FC236}">
                <a16:creationId xmlns:a16="http://schemas.microsoft.com/office/drawing/2014/main" id="{071A91B2-71AC-D531-934A-6C8C498F67BB}"/>
              </a:ext>
            </a:extLst>
          </p:cNvPr>
          <p:cNvSpPr txBox="1"/>
          <p:nvPr/>
        </p:nvSpPr>
        <p:spPr>
          <a:xfrm>
            <a:off x="971005" y="4593772"/>
            <a:ext cx="900888" cy="369332"/>
          </a:xfrm>
          <a:prstGeom prst="rect">
            <a:avLst/>
          </a:prstGeom>
          <a:noFill/>
        </p:spPr>
        <p:txBody>
          <a:bodyPr wrap="none" rtlCol="0">
            <a:spAutoFit/>
          </a:bodyPr>
          <a:lstStyle/>
          <a:p>
            <a:r>
              <a:rPr lang="fr-FR" dirty="0"/>
              <a:t>commit</a:t>
            </a:r>
          </a:p>
        </p:txBody>
      </p:sp>
      <p:sp>
        <p:nvSpPr>
          <p:cNvPr id="8" name="Rectangle : coins arrondis 7">
            <a:extLst>
              <a:ext uri="{FF2B5EF4-FFF2-40B4-BE49-F238E27FC236}">
                <a16:creationId xmlns:a16="http://schemas.microsoft.com/office/drawing/2014/main" id="{05AF71DE-3E51-2A27-26F2-D543079C884F}"/>
              </a:ext>
            </a:extLst>
          </p:cNvPr>
          <p:cNvSpPr/>
          <p:nvPr/>
        </p:nvSpPr>
        <p:spPr>
          <a:xfrm>
            <a:off x="1703959" y="4870471"/>
            <a:ext cx="2929002" cy="812938"/>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r"/>
            <a:r>
              <a:rPr lang="fr-FR" sz="1600" dirty="0"/>
              <a:t>Repository</a:t>
            </a:r>
          </a:p>
          <a:p>
            <a:pPr algn="r"/>
            <a:r>
              <a:rPr lang="fr-FR" sz="1200" dirty="0">
                <a:solidFill>
                  <a:schemeClr val="bg1">
                    <a:lumMod val="85000"/>
                  </a:schemeClr>
                </a:solidFill>
              </a:rPr>
              <a:t>Modifications enregistrées</a:t>
            </a:r>
          </a:p>
        </p:txBody>
      </p:sp>
      <p:pic>
        <p:nvPicPr>
          <p:cNvPr id="9" name="Graphique 8" descr="Document">
            <a:extLst>
              <a:ext uri="{FF2B5EF4-FFF2-40B4-BE49-F238E27FC236}">
                <a16:creationId xmlns:a16="http://schemas.microsoft.com/office/drawing/2014/main" id="{156C9EF8-DA6A-FD12-11DE-BBCBDD68AD2D}"/>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0232563" y="4990006"/>
            <a:ext cx="624841" cy="624841"/>
          </a:xfrm>
          <a:prstGeom prst="rect">
            <a:avLst/>
          </a:prstGeom>
        </p:spPr>
      </p:pic>
      <p:pic>
        <p:nvPicPr>
          <p:cNvPr id="10" name="Graphique 9" descr="Document">
            <a:extLst>
              <a:ext uri="{FF2B5EF4-FFF2-40B4-BE49-F238E27FC236}">
                <a16:creationId xmlns:a16="http://schemas.microsoft.com/office/drawing/2014/main" id="{43B79A60-4F83-A9EE-3418-11436579E590}"/>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0724596" y="4994353"/>
            <a:ext cx="624841" cy="624841"/>
          </a:xfrm>
          <a:prstGeom prst="rect">
            <a:avLst/>
          </a:prstGeom>
        </p:spPr>
      </p:pic>
      <p:sp>
        <p:nvSpPr>
          <p:cNvPr id="11" name="Flèche : bas 10">
            <a:extLst>
              <a:ext uri="{FF2B5EF4-FFF2-40B4-BE49-F238E27FC236}">
                <a16:creationId xmlns:a16="http://schemas.microsoft.com/office/drawing/2014/main" id="{7B8BB0CB-8C1C-D5AA-6A95-96C5C17B07C2}"/>
              </a:ext>
            </a:extLst>
          </p:cNvPr>
          <p:cNvSpPr/>
          <p:nvPr/>
        </p:nvSpPr>
        <p:spPr>
          <a:xfrm rot="16200000">
            <a:off x="7563392" y="3400694"/>
            <a:ext cx="339637" cy="3849192"/>
          </a:xfrm>
          <a:prstGeom prst="downArrow">
            <a:avLst>
              <a:gd name="adj1" fmla="val 31481"/>
              <a:gd name="adj2" fmla="val 8023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1C077680-93C3-6F8F-CF13-5B7C56CC72B8}"/>
              </a:ext>
            </a:extLst>
          </p:cNvPr>
          <p:cNvSpPr txBox="1"/>
          <p:nvPr/>
        </p:nvSpPr>
        <p:spPr>
          <a:xfrm>
            <a:off x="7175862" y="4789717"/>
            <a:ext cx="639919" cy="369332"/>
          </a:xfrm>
          <a:prstGeom prst="rect">
            <a:avLst/>
          </a:prstGeom>
          <a:noFill/>
        </p:spPr>
        <p:txBody>
          <a:bodyPr wrap="none" rtlCol="0">
            <a:spAutoFit/>
          </a:bodyPr>
          <a:lstStyle/>
          <a:p>
            <a:r>
              <a:rPr lang="fr-FR" dirty="0"/>
              <a:t>push</a:t>
            </a:r>
          </a:p>
        </p:txBody>
      </p:sp>
      <p:sp>
        <p:nvSpPr>
          <p:cNvPr id="15" name="Titre 1">
            <a:extLst>
              <a:ext uri="{FF2B5EF4-FFF2-40B4-BE49-F238E27FC236}">
                <a16:creationId xmlns:a16="http://schemas.microsoft.com/office/drawing/2014/main" id="{8B02BD3A-DE72-3624-19F2-700801CBC788}"/>
              </a:ext>
            </a:extLst>
          </p:cNvPr>
          <p:cNvSpPr>
            <a:spLocks noGrp="1"/>
          </p:cNvSpPr>
          <p:nvPr>
            <p:ph type="title"/>
          </p:nvPr>
        </p:nvSpPr>
        <p:spPr>
          <a:xfrm>
            <a:off x="0" y="129990"/>
            <a:ext cx="12192000" cy="1325563"/>
          </a:xfrm>
        </p:spPr>
        <p:txBody>
          <a:bodyPr>
            <a:normAutofit/>
          </a:bodyPr>
          <a:lstStyle/>
          <a:p>
            <a:pPr algn="ctr"/>
            <a:r>
              <a:rPr lang="fr-FR" sz="4000" dirty="0"/>
              <a:t>Comment GIT et GIT Hub fonctionnent ensemble ?</a:t>
            </a:r>
          </a:p>
        </p:txBody>
      </p:sp>
    </p:spTree>
    <p:extLst>
      <p:ext uri="{BB962C8B-B14F-4D97-AF65-F5344CB8AC3E}">
        <p14:creationId xmlns:p14="http://schemas.microsoft.com/office/powerpoint/2010/main" val="24304803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4465B75-E792-1169-CB5F-760F675293FB}"/>
              </a:ext>
            </a:extLst>
          </p:cNvPr>
          <p:cNvSpPr>
            <a:spLocks noGrp="1"/>
          </p:cNvSpPr>
          <p:nvPr>
            <p:ph type="title"/>
          </p:nvPr>
        </p:nvSpPr>
        <p:spPr/>
        <p:txBody>
          <a:bodyPr/>
          <a:lstStyle/>
          <a:p>
            <a:r>
              <a:rPr lang="fr-FR" dirty="0"/>
              <a:t>Création d’un compte</a:t>
            </a:r>
          </a:p>
        </p:txBody>
      </p:sp>
      <p:pic>
        <p:nvPicPr>
          <p:cNvPr id="4" name="Picture 4" descr="GitHub Logo, symbol, meaning, history, PNG, brand">
            <a:extLst>
              <a:ext uri="{FF2B5EF4-FFF2-40B4-BE49-F238E27FC236}">
                <a16:creationId xmlns:a16="http://schemas.microsoft.com/office/drawing/2014/main" id="{52462B44-796C-3BAB-96E2-9E0D5169106B}"/>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5985646" y="424520"/>
            <a:ext cx="2066925" cy="1162050"/>
          </a:xfrm>
          <a:prstGeom prst="rect">
            <a:avLst/>
          </a:prstGeom>
          <a:noFill/>
          <a:extLst>
            <a:ext uri="{909E8E84-426E-40DD-AFC4-6F175D3DCCD1}">
              <a14:hiddenFill xmlns:a14="http://schemas.microsoft.com/office/drawing/2010/main">
                <a:solidFill>
                  <a:srgbClr val="FFFFFF"/>
                </a:solidFill>
              </a14:hiddenFill>
            </a:ext>
          </a:extLst>
        </p:spPr>
      </p:pic>
      <p:sp>
        <p:nvSpPr>
          <p:cNvPr id="5" name="ZoneTexte 4">
            <a:extLst>
              <a:ext uri="{FF2B5EF4-FFF2-40B4-BE49-F238E27FC236}">
                <a16:creationId xmlns:a16="http://schemas.microsoft.com/office/drawing/2014/main" id="{ED1E59F1-DB31-9AA2-3835-55D60B620A4E}"/>
              </a:ext>
            </a:extLst>
          </p:cNvPr>
          <p:cNvSpPr txBox="1"/>
          <p:nvPr/>
        </p:nvSpPr>
        <p:spPr>
          <a:xfrm>
            <a:off x="4136572" y="3309257"/>
            <a:ext cx="4379660" cy="523220"/>
          </a:xfrm>
          <a:prstGeom prst="rect">
            <a:avLst/>
          </a:prstGeom>
          <a:noFill/>
        </p:spPr>
        <p:txBody>
          <a:bodyPr wrap="none" rtlCol="0">
            <a:spAutoFit/>
          </a:bodyPr>
          <a:lstStyle/>
          <a:p>
            <a:r>
              <a:rPr lang="fr-FR" sz="2800" dirty="0"/>
              <a:t>Rendez-vous sur </a:t>
            </a:r>
            <a:r>
              <a:rPr lang="fr-FR" sz="2800" i="1" u="sng" dirty="0"/>
              <a:t>github.com </a:t>
            </a:r>
          </a:p>
        </p:txBody>
      </p:sp>
    </p:spTree>
    <p:extLst>
      <p:ext uri="{BB962C8B-B14F-4D97-AF65-F5344CB8AC3E}">
        <p14:creationId xmlns:p14="http://schemas.microsoft.com/office/powerpoint/2010/main" val="16941620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4465B75-E792-1169-CB5F-760F675293FB}"/>
              </a:ext>
            </a:extLst>
          </p:cNvPr>
          <p:cNvSpPr>
            <a:spLocks noGrp="1"/>
          </p:cNvSpPr>
          <p:nvPr>
            <p:ph type="title"/>
          </p:nvPr>
        </p:nvSpPr>
        <p:spPr/>
        <p:txBody>
          <a:bodyPr/>
          <a:lstStyle/>
          <a:p>
            <a:r>
              <a:rPr lang="fr-FR" dirty="0"/>
              <a:t>Création d’un dépôt sur </a:t>
            </a:r>
          </a:p>
        </p:txBody>
      </p:sp>
      <p:pic>
        <p:nvPicPr>
          <p:cNvPr id="4" name="Picture 4" descr="GitHub Logo, symbol, meaning, history, PNG, brand">
            <a:extLst>
              <a:ext uri="{FF2B5EF4-FFF2-40B4-BE49-F238E27FC236}">
                <a16:creationId xmlns:a16="http://schemas.microsoft.com/office/drawing/2014/main" id="{52462B44-796C-3BAB-96E2-9E0D5169106B}"/>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464617" y="441938"/>
            <a:ext cx="2066925" cy="1162050"/>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 4">
            <a:extLst>
              <a:ext uri="{FF2B5EF4-FFF2-40B4-BE49-F238E27FC236}">
                <a16:creationId xmlns:a16="http://schemas.microsoft.com/office/drawing/2014/main" id="{9161746B-CA9B-69F3-7C57-0A75AB254BFD}"/>
              </a:ext>
            </a:extLst>
          </p:cNvPr>
          <p:cNvPicPr>
            <a:picLocks noChangeAspect="1"/>
          </p:cNvPicPr>
          <p:nvPr/>
        </p:nvPicPr>
        <p:blipFill>
          <a:blip r:embed="rId3"/>
          <a:stretch>
            <a:fillRect/>
          </a:stretch>
        </p:blipFill>
        <p:spPr>
          <a:xfrm>
            <a:off x="0" y="1727493"/>
            <a:ext cx="12192000" cy="3403013"/>
          </a:xfrm>
          <a:prstGeom prst="rect">
            <a:avLst/>
          </a:prstGeom>
        </p:spPr>
      </p:pic>
      <p:sp>
        <p:nvSpPr>
          <p:cNvPr id="9" name="Flèche : droite 8">
            <a:extLst>
              <a:ext uri="{FF2B5EF4-FFF2-40B4-BE49-F238E27FC236}">
                <a16:creationId xmlns:a16="http://schemas.microsoft.com/office/drawing/2014/main" id="{C2110924-E67D-1D51-9D75-55D62070292D}"/>
              </a:ext>
            </a:extLst>
          </p:cNvPr>
          <p:cNvSpPr/>
          <p:nvPr/>
        </p:nvSpPr>
        <p:spPr>
          <a:xfrm rot="16200000">
            <a:off x="666751" y="2733674"/>
            <a:ext cx="1066800" cy="409575"/>
          </a:xfrm>
          <a:prstGeom prst="rightArrow">
            <a:avLst>
              <a:gd name="adj1" fmla="val 22093"/>
              <a:gd name="adj2" fmla="val 73256"/>
            </a:avLst>
          </a:prstGeom>
          <a:solidFill>
            <a:srgbClr val="00B050"/>
          </a:solidFill>
          <a:ln>
            <a:solidFill>
              <a:srgbClr val="00B050"/>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FR"/>
          </a:p>
        </p:txBody>
      </p:sp>
      <p:sp>
        <p:nvSpPr>
          <p:cNvPr id="10" name="Flèche : droite 9">
            <a:extLst>
              <a:ext uri="{FF2B5EF4-FFF2-40B4-BE49-F238E27FC236}">
                <a16:creationId xmlns:a16="http://schemas.microsoft.com/office/drawing/2014/main" id="{5FEBF7D5-7366-C339-CF8E-A15486D4266C}"/>
              </a:ext>
            </a:extLst>
          </p:cNvPr>
          <p:cNvSpPr/>
          <p:nvPr/>
        </p:nvSpPr>
        <p:spPr>
          <a:xfrm rot="10800000">
            <a:off x="10315577" y="2371724"/>
            <a:ext cx="1066800" cy="409575"/>
          </a:xfrm>
          <a:prstGeom prst="rightArrow">
            <a:avLst>
              <a:gd name="adj1" fmla="val 22093"/>
              <a:gd name="adj2" fmla="val 73256"/>
            </a:avLst>
          </a:prstGeom>
          <a:solidFill>
            <a:srgbClr val="00B050"/>
          </a:solidFill>
          <a:ln>
            <a:solidFill>
              <a:srgbClr val="00B050"/>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8277858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05F07-F9F3-2980-C618-0549E0899CD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6B0BCA7-90BA-F1F2-B827-413B28B450A6}"/>
              </a:ext>
            </a:extLst>
          </p:cNvPr>
          <p:cNvSpPr>
            <a:spLocks noGrp="1"/>
          </p:cNvSpPr>
          <p:nvPr>
            <p:ph type="title"/>
          </p:nvPr>
        </p:nvSpPr>
        <p:spPr/>
        <p:txBody>
          <a:bodyPr/>
          <a:lstStyle/>
          <a:p>
            <a:r>
              <a:rPr lang="fr-FR" dirty="0"/>
              <a:t>Création d’un dépôt sur </a:t>
            </a:r>
          </a:p>
        </p:txBody>
      </p:sp>
      <p:pic>
        <p:nvPicPr>
          <p:cNvPr id="4" name="Picture 4" descr="GitHub Logo, symbol, meaning, history, PNG, brand">
            <a:extLst>
              <a:ext uri="{FF2B5EF4-FFF2-40B4-BE49-F238E27FC236}">
                <a16:creationId xmlns:a16="http://schemas.microsoft.com/office/drawing/2014/main" id="{17EBDB15-5AB4-C13F-7618-D10CDEF836B4}"/>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464617" y="441938"/>
            <a:ext cx="2066925" cy="1162050"/>
          </a:xfrm>
          <a:prstGeom prst="rect">
            <a:avLst/>
          </a:prstGeom>
          <a:noFill/>
          <a:extLst>
            <a:ext uri="{909E8E84-426E-40DD-AFC4-6F175D3DCCD1}">
              <a14:hiddenFill xmlns:a14="http://schemas.microsoft.com/office/drawing/2010/main">
                <a:solidFill>
                  <a:srgbClr val="FFFFFF"/>
                </a:solidFill>
              </a14:hiddenFill>
            </a:ext>
          </a:extLst>
        </p:spPr>
      </p:pic>
      <p:pic>
        <p:nvPicPr>
          <p:cNvPr id="6" name="Image 5">
            <a:extLst>
              <a:ext uri="{FF2B5EF4-FFF2-40B4-BE49-F238E27FC236}">
                <a16:creationId xmlns:a16="http://schemas.microsoft.com/office/drawing/2014/main" id="{413659D6-5999-F4A3-1F85-3EED6AF69814}"/>
              </a:ext>
            </a:extLst>
          </p:cNvPr>
          <p:cNvPicPr>
            <a:picLocks noChangeAspect="1"/>
          </p:cNvPicPr>
          <p:nvPr/>
        </p:nvPicPr>
        <p:blipFill>
          <a:blip r:embed="rId3"/>
          <a:stretch>
            <a:fillRect/>
          </a:stretch>
        </p:blipFill>
        <p:spPr>
          <a:xfrm>
            <a:off x="2781362" y="1503316"/>
            <a:ext cx="5953064" cy="5164184"/>
          </a:xfrm>
          <a:prstGeom prst="rect">
            <a:avLst/>
          </a:prstGeom>
        </p:spPr>
      </p:pic>
    </p:spTree>
    <p:extLst>
      <p:ext uri="{BB962C8B-B14F-4D97-AF65-F5344CB8AC3E}">
        <p14:creationId xmlns:p14="http://schemas.microsoft.com/office/powerpoint/2010/main" val="8565393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4465B75-E792-1169-CB5F-760F675293FB}"/>
              </a:ext>
            </a:extLst>
          </p:cNvPr>
          <p:cNvSpPr>
            <a:spLocks noGrp="1"/>
          </p:cNvSpPr>
          <p:nvPr>
            <p:ph type="title"/>
          </p:nvPr>
        </p:nvSpPr>
        <p:spPr/>
        <p:txBody>
          <a:bodyPr/>
          <a:lstStyle/>
          <a:p>
            <a:r>
              <a:rPr lang="fr-FR" dirty="0"/>
              <a:t>Création d’un dépôt sur </a:t>
            </a:r>
          </a:p>
        </p:txBody>
      </p:sp>
      <p:pic>
        <p:nvPicPr>
          <p:cNvPr id="4" name="Picture 4" descr="GitHub Logo, symbol, meaning, history, PNG, brand">
            <a:extLst>
              <a:ext uri="{FF2B5EF4-FFF2-40B4-BE49-F238E27FC236}">
                <a16:creationId xmlns:a16="http://schemas.microsoft.com/office/drawing/2014/main" id="{52462B44-796C-3BAB-96E2-9E0D5169106B}"/>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464617" y="441938"/>
            <a:ext cx="2066925" cy="1162050"/>
          </a:xfrm>
          <a:prstGeom prst="rect">
            <a:avLst/>
          </a:prstGeom>
          <a:noFill/>
          <a:extLst>
            <a:ext uri="{909E8E84-426E-40DD-AFC4-6F175D3DCCD1}">
              <a14:hiddenFill xmlns:a14="http://schemas.microsoft.com/office/drawing/2010/main">
                <a:solidFill>
                  <a:srgbClr val="FFFFFF"/>
                </a:solidFill>
              </a14:hiddenFill>
            </a:ext>
          </a:extLst>
        </p:spPr>
      </p:pic>
      <p:pic>
        <p:nvPicPr>
          <p:cNvPr id="9" name="Image 8">
            <a:extLst>
              <a:ext uri="{FF2B5EF4-FFF2-40B4-BE49-F238E27FC236}">
                <a16:creationId xmlns:a16="http://schemas.microsoft.com/office/drawing/2014/main" id="{0DCB7B9C-36D1-E0C3-4B27-6CB75976BC5F}"/>
              </a:ext>
            </a:extLst>
          </p:cNvPr>
          <p:cNvPicPr>
            <a:picLocks noChangeAspect="1"/>
          </p:cNvPicPr>
          <p:nvPr/>
        </p:nvPicPr>
        <p:blipFill>
          <a:blip r:embed="rId3"/>
          <a:stretch>
            <a:fillRect/>
          </a:stretch>
        </p:blipFill>
        <p:spPr>
          <a:xfrm>
            <a:off x="1828800" y="1519124"/>
            <a:ext cx="8046753" cy="4231156"/>
          </a:xfrm>
          <a:prstGeom prst="rect">
            <a:avLst/>
          </a:prstGeom>
        </p:spPr>
      </p:pic>
      <p:sp>
        <p:nvSpPr>
          <p:cNvPr id="3" name="Flèche : droite 2">
            <a:extLst>
              <a:ext uri="{FF2B5EF4-FFF2-40B4-BE49-F238E27FC236}">
                <a16:creationId xmlns:a16="http://schemas.microsoft.com/office/drawing/2014/main" id="{21BA0A74-C0EF-FF62-C2BA-2F4095893725}"/>
              </a:ext>
            </a:extLst>
          </p:cNvPr>
          <p:cNvSpPr/>
          <p:nvPr/>
        </p:nvSpPr>
        <p:spPr>
          <a:xfrm rot="14380068">
            <a:off x="9220202" y="4086224"/>
            <a:ext cx="1066800" cy="409575"/>
          </a:xfrm>
          <a:prstGeom prst="rightArrow">
            <a:avLst>
              <a:gd name="adj1" fmla="val 22093"/>
              <a:gd name="adj2" fmla="val 73256"/>
            </a:avLst>
          </a:prstGeom>
          <a:solidFill>
            <a:srgbClr val="00B050"/>
          </a:solidFill>
          <a:ln>
            <a:solidFill>
              <a:srgbClr val="00B050"/>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627748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1CD32C7-87C4-DAE8-FC1F-FB0B932233C0}"/>
              </a:ext>
            </a:extLst>
          </p:cNvPr>
          <p:cNvSpPr>
            <a:spLocks noGrp="1"/>
          </p:cNvSpPr>
          <p:nvPr>
            <p:ph type="title"/>
          </p:nvPr>
        </p:nvSpPr>
        <p:spPr>
          <a:xfrm>
            <a:off x="0" y="0"/>
            <a:ext cx="12192000" cy="1325563"/>
          </a:xfrm>
        </p:spPr>
        <p:txBody>
          <a:bodyPr/>
          <a:lstStyle/>
          <a:p>
            <a:pPr algn="ctr"/>
            <a:r>
              <a:rPr lang="fr-FR" dirty="0"/>
              <a:t>Travailler avec un dépôt distant</a:t>
            </a:r>
          </a:p>
        </p:txBody>
      </p:sp>
      <p:sp>
        <p:nvSpPr>
          <p:cNvPr id="4" name="Espace réservé du contenu 3">
            <a:extLst>
              <a:ext uri="{FF2B5EF4-FFF2-40B4-BE49-F238E27FC236}">
                <a16:creationId xmlns:a16="http://schemas.microsoft.com/office/drawing/2014/main" id="{576BDB51-4989-4EA7-8694-1E8FFB14F390}"/>
              </a:ext>
            </a:extLst>
          </p:cNvPr>
          <p:cNvSpPr txBox="1">
            <a:spLocks noGrp="1"/>
          </p:cNvSpPr>
          <p:nvPr>
            <p:ph idx="1"/>
          </p:nvPr>
        </p:nvSpPr>
        <p:spPr>
          <a:xfrm>
            <a:off x="812074" y="1081042"/>
            <a:ext cx="10515600" cy="3651641"/>
          </a:xfrm>
          <a:prstGeom prst="rect">
            <a:avLst/>
          </a:prstGeom>
          <a:solidFill>
            <a:schemeClr val="tx1"/>
          </a:solidFill>
        </p:spPr>
        <p:txBody>
          <a:bodyPr wrap="square">
            <a:spAutoFit/>
          </a:bodyPr>
          <a:lstStyle/>
          <a:p>
            <a:pPr marL="0" indent="0">
              <a:lnSpc>
                <a:spcPts val="900"/>
              </a:lnSpc>
              <a:buNone/>
            </a:pPr>
            <a:r>
              <a:rPr lang="fr-FR" sz="1600" dirty="0" err="1">
                <a:solidFill>
                  <a:srgbClr val="00B050"/>
                </a:solidFill>
                <a:latin typeface="Courier New" panose="02070309020205020404" pitchFamily="49" charset="0"/>
              </a:rPr>
              <a:t>johndoe</a:t>
            </a:r>
            <a:r>
              <a:rPr lang="fr-FR" sz="1600" dirty="0">
                <a:solidFill>
                  <a:srgbClr val="FFFFFF"/>
                </a:solidFill>
                <a:latin typeface="Courier New" panose="02070309020205020404" pitchFamily="49" charset="0"/>
              </a:rPr>
              <a:t> </a:t>
            </a:r>
            <a:r>
              <a:rPr lang="fr-FR" sz="1600" dirty="0">
                <a:solidFill>
                  <a:srgbClr val="FFFF00"/>
                </a:solidFill>
                <a:latin typeface="Courier New" panose="02070309020205020404" pitchFamily="49" charset="0"/>
              </a:rPr>
              <a:t>~/Documents/</a:t>
            </a:r>
            <a:r>
              <a:rPr lang="fr-FR" sz="1600" dirty="0" err="1">
                <a:solidFill>
                  <a:srgbClr val="FFFF00"/>
                </a:solidFill>
                <a:latin typeface="Courier New" panose="02070309020205020404" pitchFamily="49" charset="0"/>
              </a:rPr>
              <a:t>PremierProjet</a:t>
            </a:r>
            <a:endParaRPr lang="fr-FR" sz="1600" dirty="0">
              <a:solidFill>
                <a:srgbClr val="FFFF00"/>
              </a:solidFill>
              <a:latin typeface="Courier New" panose="02070309020205020404" pitchFamily="49" charset="0"/>
            </a:endParaRPr>
          </a:p>
          <a:p>
            <a:pPr marL="0" indent="0">
              <a:lnSpc>
                <a:spcPts val="900"/>
              </a:lnSpc>
              <a:buNone/>
            </a:pPr>
            <a:r>
              <a:rPr lang="fr-FR" sz="1600" dirty="0">
                <a:solidFill>
                  <a:srgbClr val="FFFFFF"/>
                </a:solidFill>
                <a:latin typeface="Courier New" panose="02070309020205020404" pitchFamily="49" charset="0"/>
              </a:rPr>
              <a:t>$ git init </a:t>
            </a:r>
            <a:r>
              <a:rPr lang="fr-FR" sz="1600" dirty="0">
                <a:solidFill>
                  <a:srgbClr val="00B0F0"/>
                </a:solidFill>
                <a:latin typeface="Courier New" panose="02070309020205020404" pitchFamily="49" charset="0"/>
              </a:rPr>
              <a:t>//Initialisation du dépôt</a:t>
            </a:r>
            <a:endParaRPr lang="fr-FR" sz="1600" dirty="0">
              <a:solidFill>
                <a:srgbClr val="FFFFFF"/>
              </a:solidFill>
              <a:latin typeface="Courier New" panose="02070309020205020404" pitchFamily="49" charset="0"/>
            </a:endParaRPr>
          </a:p>
          <a:p>
            <a:pPr marL="0" indent="0">
              <a:lnSpc>
                <a:spcPts val="900"/>
              </a:lnSpc>
              <a:buNone/>
            </a:pPr>
            <a:r>
              <a:rPr lang="fr-FR" sz="1600" dirty="0" err="1">
                <a:solidFill>
                  <a:srgbClr val="00B050"/>
                </a:solidFill>
                <a:latin typeface="Courier New" panose="02070309020205020404" pitchFamily="49" charset="0"/>
              </a:rPr>
              <a:t>johndoe</a:t>
            </a:r>
            <a:r>
              <a:rPr lang="fr-FR" sz="1600" dirty="0">
                <a:solidFill>
                  <a:srgbClr val="FFFFFF"/>
                </a:solidFill>
                <a:latin typeface="Courier New" panose="02070309020205020404" pitchFamily="49" charset="0"/>
              </a:rPr>
              <a:t> </a:t>
            </a:r>
            <a:r>
              <a:rPr lang="fr-FR" sz="1600" dirty="0">
                <a:solidFill>
                  <a:srgbClr val="FFFF00"/>
                </a:solidFill>
                <a:latin typeface="Courier New" panose="02070309020205020404" pitchFamily="49" charset="0"/>
              </a:rPr>
              <a:t>~/Documents/</a:t>
            </a:r>
            <a:r>
              <a:rPr lang="fr-FR" sz="1600" dirty="0" err="1">
                <a:solidFill>
                  <a:srgbClr val="FFFF00"/>
                </a:solidFill>
                <a:latin typeface="Courier New" panose="02070309020205020404" pitchFamily="49" charset="0"/>
              </a:rPr>
              <a:t>PremierProjet</a:t>
            </a:r>
            <a:r>
              <a:rPr lang="fr-FR" sz="1600" dirty="0">
                <a:solidFill>
                  <a:srgbClr val="FFFF00"/>
                </a:solidFill>
                <a:latin typeface="Courier New" panose="02070309020205020404" pitchFamily="49" charset="0"/>
              </a:rPr>
              <a:t> </a:t>
            </a:r>
            <a:r>
              <a:rPr lang="fr-FR" sz="1600" dirty="0">
                <a:solidFill>
                  <a:schemeClr val="accent2">
                    <a:lumMod val="60000"/>
                    <a:lumOff val="40000"/>
                  </a:schemeClr>
                </a:solidFill>
                <a:latin typeface="Courier New" panose="02070309020205020404" pitchFamily="49" charset="0"/>
              </a:rPr>
              <a:t>(master)</a:t>
            </a:r>
          </a:p>
          <a:p>
            <a:pPr marL="0" indent="0">
              <a:lnSpc>
                <a:spcPts val="900"/>
              </a:lnSpc>
              <a:buNone/>
            </a:pPr>
            <a:r>
              <a:rPr lang="fr-FR" sz="1600" dirty="0">
                <a:solidFill>
                  <a:srgbClr val="FFFFFF"/>
                </a:solidFill>
                <a:latin typeface="Courier New" panose="02070309020205020404" pitchFamily="49" charset="0"/>
              </a:rPr>
              <a:t>$ git </a:t>
            </a:r>
            <a:r>
              <a:rPr lang="fr-FR" sz="1600" dirty="0" err="1">
                <a:solidFill>
                  <a:srgbClr val="FFFFFF"/>
                </a:solidFill>
                <a:latin typeface="Courier New" panose="02070309020205020404" pitchFamily="49" charset="0"/>
              </a:rPr>
              <a:t>remote</a:t>
            </a:r>
            <a:r>
              <a:rPr lang="fr-FR" sz="1600" dirty="0">
                <a:solidFill>
                  <a:srgbClr val="FFFFFF"/>
                </a:solidFill>
                <a:latin typeface="Courier New" panose="02070309020205020404" pitchFamily="49" charset="0"/>
              </a:rPr>
              <a:t> </a:t>
            </a:r>
            <a:r>
              <a:rPr lang="fr-FR" sz="1600" dirty="0" err="1">
                <a:solidFill>
                  <a:srgbClr val="FFFFFF"/>
                </a:solidFill>
                <a:latin typeface="Courier New" panose="02070309020205020404" pitchFamily="49" charset="0"/>
              </a:rPr>
              <a:t>add</a:t>
            </a:r>
            <a:r>
              <a:rPr lang="fr-FR" sz="1600" dirty="0">
                <a:solidFill>
                  <a:srgbClr val="FFFFFF"/>
                </a:solidFill>
                <a:latin typeface="Courier New" panose="02070309020205020404" pitchFamily="49" charset="0"/>
              </a:rPr>
              <a:t> </a:t>
            </a:r>
            <a:r>
              <a:rPr lang="fr-FR" sz="1600" dirty="0" err="1">
                <a:solidFill>
                  <a:srgbClr val="FFFFFF"/>
                </a:solidFill>
                <a:latin typeface="Courier New" panose="02070309020205020404" pitchFamily="49" charset="0"/>
              </a:rPr>
              <a:t>origin</a:t>
            </a:r>
            <a:r>
              <a:rPr lang="fr-FR" sz="1600" dirty="0">
                <a:solidFill>
                  <a:srgbClr val="FFFFFF"/>
                </a:solidFill>
                <a:latin typeface="Courier New" panose="02070309020205020404" pitchFamily="49" charset="0"/>
              </a:rPr>
              <a:t> git@github.com:........</a:t>
            </a:r>
            <a:r>
              <a:rPr lang="fr-FR" sz="1600" dirty="0">
                <a:solidFill>
                  <a:srgbClr val="00B0F0"/>
                </a:solidFill>
                <a:latin typeface="Courier New" panose="02070309020205020404" pitchFamily="49" charset="0"/>
              </a:rPr>
              <a:t>//Lien entre projet GitHub et Git</a:t>
            </a:r>
            <a:endParaRPr lang="fr-FR" sz="1600" dirty="0">
              <a:solidFill>
                <a:srgbClr val="FFFFFF"/>
              </a:solidFill>
              <a:latin typeface="Courier New" panose="02070309020205020404" pitchFamily="49" charset="0"/>
            </a:endParaRPr>
          </a:p>
          <a:p>
            <a:pPr marL="0" indent="0">
              <a:lnSpc>
                <a:spcPts val="900"/>
              </a:lnSpc>
              <a:buNone/>
            </a:pPr>
            <a:r>
              <a:rPr lang="fr-FR" sz="1600" dirty="0" err="1">
                <a:solidFill>
                  <a:srgbClr val="00B050"/>
                </a:solidFill>
                <a:latin typeface="Courier New" panose="02070309020205020404" pitchFamily="49" charset="0"/>
              </a:rPr>
              <a:t>johndoe</a:t>
            </a:r>
            <a:r>
              <a:rPr lang="fr-FR" sz="1600" dirty="0">
                <a:solidFill>
                  <a:srgbClr val="FFFFFF"/>
                </a:solidFill>
                <a:latin typeface="Courier New" panose="02070309020205020404" pitchFamily="49" charset="0"/>
              </a:rPr>
              <a:t> </a:t>
            </a:r>
            <a:r>
              <a:rPr lang="fr-FR" sz="1600" dirty="0">
                <a:solidFill>
                  <a:srgbClr val="FFFF00"/>
                </a:solidFill>
                <a:latin typeface="Courier New" panose="02070309020205020404" pitchFamily="49" charset="0"/>
              </a:rPr>
              <a:t>~/Documents/</a:t>
            </a:r>
            <a:r>
              <a:rPr lang="fr-FR" sz="1600" dirty="0" err="1">
                <a:solidFill>
                  <a:srgbClr val="FFFF00"/>
                </a:solidFill>
                <a:latin typeface="Courier New" panose="02070309020205020404" pitchFamily="49" charset="0"/>
              </a:rPr>
              <a:t>PremierProjet</a:t>
            </a:r>
            <a:r>
              <a:rPr lang="fr-FR" sz="1600" dirty="0">
                <a:solidFill>
                  <a:srgbClr val="FFFF00"/>
                </a:solidFill>
                <a:latin typeface="Courier New" panose="02070309020205020404" pitchFamily="49" charset="0"/>
              </a:rPr>
              <a:t> </a:t>
            </a:r>
            <a:r>
              <a:rPr lang="fr-FR" sz="1600" dirty="0">
                <a:solidFill>
                  <a:schemeClr val="accent2">
                    <a:lumMod val="60000"/>
                    <a:lumOff val="40000"/>
                  </a:schemeClr>
                </a:solidFill>
                <a:latin typeface="Courier New" panose="02070309020205020404" pitchFamily="49" charset="0"/>
              </a:rPr>
              <a:t>(master)</a:t>
            </a:r>
            <a:endParaRPr lang="fr-FR" sz="1600" dirty="0">
              <a:solidFill>
                <a:srgbClr val="FFFF00"/>
              </a:solidFill>
              <a:latin typeface="Courier New" panose="02070309020205020404" pitchFamily="49" charset="0"/>
            </a:endParaRPr>
          </a:p>
          <a:p>
            <a:pPr marL="0" indent="0">
              <a:lnSpc>
                <a:spcPts val="900"/>
              </a:lnSpc>
              <a:buNone/>
            </a:pPr>
            <a:r>
              <a:rPr lang="fr-FR" sz="1600" dirty="0">
                <a:solidFill>
                  <a:srgbClr val="FFFFFF"/>
                </a:solidFill>
                <a:latin typeface="Courier New" panose="02070309020205020404" pitchFamily="49" charset="0"/>
              </a:rPr>
              <a:t>$ git push </a:t>
            </a:r>
            <a:r>
              <a:rPr lang="fr-FR" sz="1600" dirty="0" err="1">
                <a:solidFill>
                  <a:srgbClr val="FFFFFF"/>
                </a:solidFill>
                <a:latin typeface="Courier New" panose="02070309020205020404" pitchFamily="49" charset="0"/>
              </a:rPr>
              <a:t>origin</a:t>
            </a:r>
            <a:r>
              <a:rPr lang="fr-FR" sz="1600" dirty="0">
                <a:solidFill>
                  <a:srgbClr val="FFFFFF"/>
                </a:solidFill>
                <a:latin typeface="Courier New" panose="02070309020205020404" pitchFamily="49" charset="0"/>
              </a:rPr>
              <a:t> master </a:t>
            </a:r>
            <a:r>
              <a:rPr lang="fr-FR" sz="1600" dirty="0">
                <a:solidFill>
                  <a:srgbClr val="00B0F0"/>
                </a:solidFill>
                <a:latin typeface="Courier New" panose="02070309020205020404" pitchFamily="49" charset="0"/>
              </a:rPr>
              <a:t>//Envoi des modifications au dépôt distant</a:t>
            </a:r>
            <a:endParaRPr lang="fr-FR" sz="1600" dirty="0"/>
          </a:p>
          <a:p>
            <a:pPr marL="0" indent="0">
              <a:lnSpc>
                <a:spcPts val="900"/>
              </a:lnSpc>
              <a:buNone/>
            </a:pPr>
            <a:endParaRPr lang="fr-FR" sz="1600" b="0" i="0" dirty="0">
              <a:solidFill>
                <a:srgbClr val="00B050"/>
              </a:solidFill>
              <a:effectLst/>
              <a:latin typeface="Courier New" panose="02070309020205020404" pitchFamily="49" charset="0"/>
              <a:cs typeface="Courier New" panose="02070309020205020404" pitchFamily="49" charset="0"/>
            </a:endParaRPr>
          </a:p>
          <a:p>
            <a:pPr marL="0" indent="0">
              <a:lnSpc>
                <a:spcPts val="900"/>
              </a:lnSpc>
              <a:buNone/>
            </a:pPr>
            <a:r>
              <a:rPr lang="fr-FR" sz="1600" b="0" i="0" dirty="0" err="1">
                <a:solidFill>
                  <a:srgbClr val="00B050"/>
                </a:solidFill>
                <a:effectLst/>
                <a:latin typeface="Courier New" panose="02070309020205020404" pitchFamily="49" charset="0"/>
                <a:cs typeface="Courier New" panose="02070309020205020404" pitchFamily="49" charset="0"/>
              </a:rPr>
              <a:t>johndoe</a:t>
            </a:r>
            <a:r>
              <a:rPr lang="fr-FR" sz="1600" b="0" i="0" dirty="0">
                <a:solidFill>
                  <a:srgbClr val="FFFFFF"/>
                </a:solidFill>
                <a:effectLst/>
                <a:latin typeface="Courier New" panose="02070309020205020404" pitchFamily="49" charset="0"/>
                <a:cs typeface="Courier New" panose="02070309020205020404" pitchFamily="49" charset="0"/>
              </a:rPr>
              <a:t> </a:t>
            </a:r>
            <a:r>
              <a:rPr lang="fr-FR" sz="1600" b="0" i="0" dirty="0">
                <a:solidFill>
                  <a:srgbClr val="FFFF00"/>
                </a:solidFill>
                <a:effectLst/>
                <a:latin typeface="Courier New" panose="02070309020205020404" pitchFamily="49" charset="0"/>
                <a:cs typeface="Courier New" panose="02070309020205020404" pitchFamily="49" charset="0"/>
              </a:rPr>
              <a:t>~/Documents/</a:t>
            </a:r>
            <a:r>
              <a:rPr lang="fr-FR" sz="1600" b="0" i="0" dirty="0" err="1">
                <a:solidFill>
                  <a:srgbClr val="FFFF00"/>
                </a:solidFill>
                <a:effectLst/>
                <a:latin typeface="Courier New" panose="02070309020205020404" pitchFamily="49" charset="0"/>
                <a:cs typeface="Courier New" panose="02070309020205020404" pitchFamily="49" charset="0"/>
              </a:rPr>
              <a:t>PremierProjet</a:t>
            </a:r>
            <a:r>
              <a:rPr lang="fr-FR" sz="1600" b="0" i="0" dirty="0">
                <a:solidFill>
                  <a:srgbClr val="FFFF00"/>
                </a:solidFill>
                <a:effectLst/>
                <a:latin typeface="Courier New" panose="02070309020205020404" pitchFamily="49" charset="0"/>
                <a:cs typeface="Courier New" panose="02070309020205020404" pitchFamily="49" charset="0"/>
              </a:rPr>
              <a:t> </a:t>
            </a:r>
          </a:p>
          <a:p>
            <a:pPr marL="0" indent="0">
              <a:lnSpc>
                <a:spcPts val="900"/>
              </a:lnSpc>
              <a:buNone/>
            </a:pPr>
            <a:r>
              <a:rPr lang="fr-FR" sz="1600" b="0" i="0" dirty="0">
                <a:solidFill>
                  <a:srgbClr val="FFFFFF"/>
                </a:solidFill>
                <a:effectLst/>
                <a:latin typeface="Courier New" panose="02070309020205020404" pitchFamily="49" charset="0"/>
                <a:cs typeface="Courier New" panose="02070309020205020404" pitchFamily="49" charset="0"/>
              </a:rPr>
              <a:t>$ cd .. </a:t>
            </a:r>
            <a:r>
              <a:rPr lang="fr-FR" sz="1600" b="0" i="0" dirty="0">
                <a:solidFill>
                  <a:srgbClr val="00B0F0"/>
                </a:solidFill>
                <a:effectLst/>
                <a:latin typeface="Courier New" panose="02070309020205020404" pitchFamily="49" charset="0"/>
                <a:cs typeface="Courier New" panose="02070309020205020404" pitchFamily="49" charset="0"/>
              </a:rPr>
              <a:t>//</a:t>
            </a:r>
            <a:r>
              <a:rPr lang="fr-FR" sz="1600" dirty="0">
                <a:solidFill>
                  <a:srgbClr val="00B0F0"/>
                </a:solidFill>
                <a:latin typeface="Courier New" panose="02070309020205020404" pitchFamily="49" charset="0"/>
                <a:cs typeface="Courier New" panose="02070309020205020404" pitchFamily="49" charset="0"/>
              </a:rPr>
              <a:t>Retour racine (aux Documents)</a:t>
            </a:r>
            <a:endParaRPr lang="fr-FR" sz="1600" dirty="0">
              <a:latin typeface="Courier New" panose="02070309020205020404" pitchFamily="49" charset="0"/>
              <a:cs typeface="Courier New" panose="02070309020205020404" pitchFamily="49" charset="0"/>
            </a:endParaRPr>
          </a:p>
          <a:p>
            <a:pPr marL="0" indent="0">
              <a:lnSpc>
                <a:spcPts val="900"/>
              </a:lnSpc>
              <a:buNone/>
            </a:pPr>
            <a:r>
              <a:rPr lang="fr-FR" sz="1600" b="0" i="0" dirty="0" err="1">
                <a:solidFill>
                  <a:srgbClr val="00B050"/>
                </a:solidFill>
                <a:effectLst/>
                <a:latin typeface="Courier New" panose="02070309020205020404" pitchFamily="49" charset="0"/>
                <a:cs typeface="Courier New" panose="02070309020205020404" pitchFamily="49" charset="0"/>
              </a:rPr>
              <a:t>johndoe</a:t>
            </a:r>
            <a:r>
              <a:rPr lang="fr-FR" sz="1600" b="0" i="0" dirty="0">
                <a:solidFill>
                  <a:srgbClr val="FFFFFF"/>
                </a:solidFill>
                <a:effectLst/>
                <a:latin typeface="Courier New" panose="02070309020205020404" pitchFamily="49" charset="0"/>
                <a:cs typeface="Courier New" panose="02070309020205020404" pitchFamily="49" charset="0"/>
              </a:rPr>
              <a:t> </a:t>
            </a:r>
            <a:r>
              <a:rPr lang="fr-FR" sz="1600" b="0" i="0" dirty="0">
                <a:solidFill>
                  <a:srgbClr val="FFFF00"/>
                </a:solidFill>
                <a:effectLst/>
                <a:latin typeface="Courier New" panose="02070309020205020404" pitchFamily="49" charset="0"/>
                <a:cs typeface="Courier New" panose="02070309020205020404" pitchFamily="49" charset="0"/>
              </a:rPr>
              <a:t>~/Documents</a:t>
            </a:r>
          </a:p>
          <a:p>
            <a:pPr marL="0" indent="0">
              <a:lnSpc>
                <a:spcPts val="900"/>
              </a:lnSpc>
              <a:buNone/>
            </a:pPr>
            <a:r>
              <a:rPr lang="fr-FR" sz="1600" b="0" i="0" dirty="0">
                <a:solidFill>
                  <a:srgbClr val="FFFFFF"/>
                </a:solidFill>
                <a:effectLst/>
                <a:latin typeface="Courier New" panose="02070309020205020404" pitchFamily="49" charset="0"/>
                <a:cs typeface="Courier New" panose="02070309020205020404" pitchFamily="49" charset="0"/>
              </a:rPr>
              <a:t>$ git clone url </a:t>
            </a:r>
            <a:r>
              <a:rPr lang="fr-FR" sz="1600" b="0" i="0" dirty="0">
                <a:solidFill>
                  <a:srgbClr val="00B0F0"/>
                </a:solidFill>
                <a:effectLst/>
                <a:latin typeface="Courier New" panose="02070309020205020404" pitchFamily="49" charset="0"/>
                <a:cs typeface="Courier New" panose="02070309020205020404" pitchFamily="49" charset="0"/>
              </a:rPr>
              <a:t>//</a:t>
            </a:r>
            <a:r>
              <a:rPr lang="fr-FR" sz="1600" dirty="0">
                <a:solidFill>
                  <a:srgbClr val="00B0F0"/>
                </a:solidFill>
                <a:latin typeface="Courier New" panose="02070309020205020404" pitchFamily="49" charset="0"/>
                <a:cs typeface="Courier New" panose="02070309020205020404" pitchFamily="49" charset="0"/>
              </a:rPr>
              <a:t>Cloner le projet distant</a:t>
            </a:r>
          </a:p>
          <a:p>
            <a:pPr marL="0" indent="0">
              <a:lnSpc>
                <a:spcPts val="900"/>
              </a:lnSpc>
              <a:buNone/>
            </a:pPr>
            <a:r>
              <a:rPr lang="fr-FR" sz="1600" b="0" i="0" dirty="0" err="1">
                <a:solidFill>
                  <a:srgbClr val="00B050"/>
                </a:solidFill>
                <a:effectLst/>
                <a:latin typeface="Courier New" panose="02070309020205020404" pitchFamily="49" charset="0"/>
                <a:cs typeface="Courier New" panose="02070309020205020404" pitchFamily="49" charset="0"/>
              </a:rPr>
              <a:t>johndoe</a:t>
            </a:r>
            <a:r>
              <a:rPr lang="fr-FR" sz="1600" b="0" i="0" dirty="0">
                <a:solidFill>
                  <a:srgbClr val="FFFFFF"/>
                </a:solidFill>
                <a:effectLst/>
                <a:latin typeface="Courier New" panose="02070309020205020404" pitchFamily="49" charset="0"/>
                <a:cs typeface="Courier New" panose="02070309020205020404" pitchFamily="49" charset="0"/>
              </a:rPr>
              <a:t> </a:t>
            </a:r>
            <a:r>
              <a:rPr lang="fr-FR" sz="1600" b="0" i="0" dirty="0">
                <a:solidFill>
                  <a:srgbClr val="FFFF00"/>
                </a:solidFill>
                <a:effectLst/>
                <a:latin typeface="Courier New" panose="02070309020205020404" pitchFamily="49" charset="0"/>
                <a:cs typeface="Courier New" panose="02070309020205020404" pitchFamily="49" charset="0"/>
              </a:rPr>
              <a:t>~/Documents</a:t>
            </a:r>
          </a:p>
          <a:p>
            <a:pPr marL="0" indent="0">
              <a:lnSpc>
                <a:spcPts val="900"/>
              </a:lnSpc>
              <a:buNone/>
            </a:pPr>
            <a:r>
              <a:rPr lang="fr-FR" sz="1600" b="0" i="0" dirty="0">
                <a:solidFill>
                  <a:srgbClr val="FFFFFF"/>
                </a:solidFill>
                <a:effectLst/>
                <a:latin typeface="Courier New" panose="02070309020205020404" pitchFamily="49" charset="0"/>
                <a:cs typeface="Courier New" panose="02070309020205020404" pitchFamily="49" charset="0"/>
              </a:rPr>
              <a:t>$ cd « </a:t>
            </a:r>
            <a:r>
              <a:rPr lang="fr-FR" sz="1600" b="0" i="0" dirty="0" err="1">
                <a:solidFill>
                  <a:srgbClr val="FFFFFF"/>
                </a:solidFill>
                <a:effectLst/>
                <a:latin typeface="Courier New" panose="02070309020205020404" pitchFamily="49" charset="0"/>
                <a:cs typeface="Courier New" panose="02070309020205020404" pitchFamily="49" charset="0"/>
              </a:rPr>
              <a:t>LeProjetDistant</a:t>
            </a:r>
            <a:r>
              <a:rPr lang="fr-FR" sz="1600" b="0" i="0" dirty="0">
                <a:solidFill>
                  <a:srgbClr val="FFFFFF"/>
                </a:solidFill>
                <a:effectLst/>
                <a:latin typeface="Courier New" panose="02070309020205020404" pitchFamily="49" charset="0"/>
                <a:cs typeface="Courier New" panose="02070309020205020404" pitchFamily="49" charset="0"/>
              </a:rPr>
              <a:t>» </a:t>
            </a:r>
            <a:r>
              <a:rPr lang="fr-FR" sz="1600" b="0" i="0" dirty="0">
                <a:solidFill>
                  <a:srgbClr val="00B0F0"/>
                </a:solidFill>
                <a:effectLst/>
                <a:latin typeface="Courier New" panose="02070309020205020404" pitchFamily="49" charset="0"/>
                <a:cs typeface="Courier New" panose="02070309020205020404" pitchFamily="49" charset="0"/>
              </a:rPr>
              <a:t>//</a:t>
            </a:r>
            <a:r>
              <a:rPr lang="fr-FR" sz="1600" dirty="0">
                <a:solidFill>
                  <a:srgbClr val="00B0F0"/>
                </a:solidFill>
                <a:latin typeface="Courier New" panose="02070309020205020404" pitchFamily="49" charset="0"/>
                <a:cs typeface="Courier New" panose="02070309020205020404" pitchFamily="49" charset="0"/>
              </a:rPr>
              <a:t>Aller dans le dossier cloné</a:t>
            </a:r>
          </a:p>
          <a:p>
            <a:pPr marL="0" indent="0">
              <a:lnSpc>
                <a:spcPts val="900"/>
              </a:lnSpc>
              <a:buNone/>
            </a:pPr>
            <a:r>
              <a:rPr lang="fr-FR" sz="1600" b="0" i="0" dirty="0" err="1">
                <a:solidFill>
                  <a:srgbClr val="00B050"/>
                </a:solidFill>
                <a:effectLst/>
                <a:latin typeface="Courier New" panose="02070309020205020404" pitchFamily="49" charset="0"/>
                <a:cs typeface="Courier New" panose="02070309020205020404" pitchFamily="49" charset="0"/>
              </a:rPr>
              <a:t>johndoe</a:t>
            </a:r>
            <a:r>
              <a:rPr lang="fr-FR" sz="1600" b="0" i="0" dirty="0">
                <a:solidFill>
                  <a:srgbClr val="FFFFFF"/>
                </a:solidFill>
                <a:effectLst/>
                <a:latin typeface="Courier New" panose="02070309020205020404" pitchFamily="49" charset="0"/>
                <a:cs typeface="Courier New" panose="02070309020205020404" pitchFamily="49" charset="0"/>
              </a:rPr>
              <a:t> </a:t>
            </a:r>
            <a:r>
              <a:rPr lang="fr-FR" sz="1600" b="0" i="0" dirty="0">
                <a:solidFill>
                  <a:srgbClr val="FFFF00"/>
                </a:solidFill>
                <a:effectLst/>
                <a:latin typeface="Courier New" panose="02070309020205020404" pitchFamily="49" charset="0"/>
                <a:cs typeface="Courier New" panose="02070309020205020404" pitchFamily="49" charset="0"/>
              </a:rPr>
              <a:t>~/Documents/</a:t>
            </a:r>
            <a:r>
              <a:rPr lang="fr-FR" sz="1600" b="0" i="0" dirty="0" err="1">
                <a:solidFill>
                  <a:srgbClr val="FFFF00"/>
                </a:solidFill>
                <a:effectLst/>
                <a:latin typeface="Courier New" panose="02070309020205020404" pitchFamily="49" charset="0"/>
                <a:cs typeface="Courier New" panose="02070309020205020404" pitchFamily="49" charset="0"/>
              </a:rPr>
              <a:t>LeProjetDistant</a:t>
            </a:r>
            <a:r>
              <a:rPr lang="fr-FR" sz="1600" b="0" i="0" dirty="0">
                <a:solidFill>
                  <a:srgbClr val="FFFF00"/>
                </a:solidFill>
                <a:effectLst/>
                <a:latin typeface="Courier New" panose="02070309020205020404" pitchFamily="49" charset="0"/>
                <a:cs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cs typeface="Courier New" panose="02070309020205020404" pitchFamily="49" charset="0"/>
              </a:rPr>
              <a:t>(master)</a:t>
            </a:r>
          </a:p>
          <a:p>
            <a:pPr marL="0" indent="0">
              <a:lnSpc>
                <a:spcPts val="900"/>
              </a:lnSpc>
              <a:buNone/>
            </a:pPr>
            <a:r>
              <a:rPr lang="fr-FR" sz="1600" b="0" i="0" dirty="0">
                <a:solidFill>
                  <a:srgbClr val="FFFFFF"/>
                </a:solidFill>
                <a:effectLst/>
                <a:latin typeface="Courier New" panose="02070309020205020404" pitchFamily="49" charset="0"/>
                <a:cs typeface="Courier New" panose="02070309020205020404" pitchFamily="49" charset="0"/>
              </a:rPr>
              <a:t>$ git pull </a:t>
            </a:r>
            <a:r>
              <a:rPr lang="fr-FR" sz="1600" b="0" i="0" dirty="0">
                <a:solidFill>
                  <a:srgbClr val="00B0F0"/>
                </a:solidFill>
                <a:effectLst/>
                <a:latin typeface="Courier New" panose="02070309020205020404" pitchFamily="49" charset="0"/>
                <a:cs typeface="Courier New" panose="02070309020205020404" pitchFamily="49" charset="0"/>
              </a:rPr>
              <a:t>// Mettre à jour le dépôt local</a:t>
            </a:r>
            <a:endParaRPr lang="fr-FR" sz="1600" dirty="0"/>
          </a:p>
        </p:txBody>
      </p:sp>
      <p:sp>
        <p:nvSpPr>
          <p:cNvPr id="18" name="Rectangle : coins arrondis 17">
            <a:extLst>
              <a:ext uri="{FF2B5EF4-FFF2-40B4-BE49-F238E27FC236}">
                <a16:creationId xmlns:a16="http://schemas.microsoft.com/office/drawing/2014/main" id="{135A2B62-856A-DEED-0E04-FA1565E89D03}"/>
              </a:ext>
            </a:extLst>
          </p:cNvPr>
          <p:cNvSpPr/>
          <p:nvPr/>
        </p:nvSpPr>
        <p:spPr>
          <a:xfrm>
            <a:off x="2519688" y="5216434"/>
            <a:ext cx="3014456" cy="913902"/>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050" dirty="0"/>
          </a:p>
        </p:txBody>
      </p:sp>
      <p:sp>
        <p:nvSpPr>
          <p:cNvPr id="19" name="ZoneTexte 18">
            <a:extLst>
              <a:ext uri="{FF2B5EF4-FFF2-40B4-BE49-F238E27FC236}">
                <a16:creationId xmlns:a16="http://schemas.microsoft.com/office/drawing/2014/main" id="{9D73067D-341C-3F89-0BE0-2027207DF8EA}"/>
              </a:ext>
            </a:extLst>
          </p:cNvPr>
          <p:cNvSpPr txBox="1"/>
          <p:nvPr/>
        </p:nvSpPr>
        <p:spPr>
          <a:xfrm>
            <a:off x="3380838" y="5512525"/>
            <a:ext cx="1250342" cy="369332"/>
          </a:xfrm>
          <a:prstGeom prst="rect">
            <a:avLst/>
          </a:prstGeom>
          <a:noFill/>
        </p:spPr>
        <p:txBody>
          <a:bodyPr wrap="none" rtlCol="0">
            <a:spAutoFit/>
          </a:bodyPr>
          <a:lstStyle/>
          <a:p>
            <a:r>
              <a:rPr lang="fr-FR" dirty="0">
                <a:solidFill>
                  <a:schemeClr val="accent4">
                    <a:lumMod val="75000"/>
                  </a:schemeClr>
                </a:solidFill>
              </a:rPr>
              <a:t>Dépôt local</a:t>
            </a:r>
          </a:p>
        </p:txBody>
      </p:sp>
      <p:pic>
        <p:nvPicPr>
          <p:cNvPr id="24" name="Graphique 23" descr="Nuage">
            <a:extLst>
              <a:ext uri="{FF2B5EF4-FFF2-40B4-BE49-F238E27FC236}">
                <a16:creationId xmlns:a16="http://schemas.microsoft.com/office/drawing/2014/main" id="{46654B46-406C-A9FA-A2C4-EB5BC5AE94F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935060" y="4938077"/>
            <a:ext cx="1322151" cy="1296692"/>
          </a:xfrm>
          <a:prstGeom prst="rect">
            <a:avLst/>
          </a:prstGeom>
        </p:spPr>
      </p:pic>
      <p:pic>
        <p:nvPicPr>
          <p:cNvPr id="25" name="Picture 4" descr="GitHub Logo, symbol, meaning, history, PNG, brand">
            <a:extLst>
              <a:ext uri="{FF2B5EF4-FFF2-40B4-BE49-F238E27FC236}">
                <a16:creationId xmlns:a16="http://schemas.microsoft.com/office/drawing/2014/main" id="{51FADDB6-06C9-B4B0-E107-EECDBDB8C4F0}"/>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8190252" y="5852504"/>
            <a:ext cx="731035" cy="403083"/>
          </a:xfrm>
          <a:prstGeom prst="rect">
            <a:avLst/>
          </a:prstGeom>
          <a:noFill/>
          <a:extLst>
            <a:ext uri="{909E8E84-426E-40DD-AFC4-6F175D3DCCD1}">
              <a14:hiddenFill xmlns:a14="http://schemas.microsoft.com/office/drawing/2010/main">
                <a:solidFill>
                  <a:srgbClr val="FFFFFF"/>
                </a:solidFill>
              </a14:hiddenFill>
            </a:ext>
          </a:extLst>
        </p:spPr>
      </p:pic>
      <p:sp>
        <p:nvSpPr>
          <p:cNvPr id="26" name="Flèche : bas 25">
            <a:extLst>
              <a:ext uri="{FF2B5EF4-FFF2-40B4-BE49-F238E27FC236}">
                <a16:creationId xmlns:a16="http://schemas.microsoft.com/office/drawing/2014/main" id="{C3014A3A-FEDE-F65C-814D-AB34A5DDB995}"/>
              </a:ext>
            </a:extLst>
          </p:cNvPr>
          <p:cNvSpPr/>
          <p:nvPr/>
        </p:nvSpPr>
        <p:spPr>
          <a:xfrm rot="5400000">
            <a:off x="6669264" y="4688438"/>
            <a:ext cx="193946" cy="2241195"/>
          </a:xfrm>
          <a:prstGeom prst="downArrow">
            <a:avLst>
              <a:gd name="adj1" fmla="val 31481"/>
              <a:gd name="adj2" fmla="val 80232"/>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100"/>
          </a:p>
        </p:txBody>
      </p:sp>
      <p:sp>
        <p:nvSpPr>
          <p:cNvPr id="27" name="ZoneTexte 26">
            <a:extLst>
              <a:ext uri="{FF2B5EF4-FFF2-40B4-BE49-F238E27FC236}">
                <a16:creationId xmlns:a16="http://schemas.microsoft.com/office/drawing/2014/main" id="{5C922377-F2BE-E93C-BF0B-CDD53BBE14B2}"/>
              </a:ext>
            </a:extLst>
          </p:cNvPr>
          <p:cNvSpPr txBox="1"/>
          <p:nvPr/>
        </p:nvSpPr>
        <p:spPr>
          <a:xfrm>
            <a:off x="6093378" y="5842836"/>
            <a:ext cx="1457450" cy="400110"/>
          </a:xfrm>
          <a:prstGeom prst="rect">
            <a:avLst/>
          </a:prstGeom>
          <a:noFill/>
        </p:spPr>
        <p:txBody>
          <a:bodyPr wrap="none" rtlCol="0">
            <a:spAutoFit/>
          </a:bodyPr>
          <a:lstStyle/>
          <a:p>
            <a:r>
              <a:rPr lang="fr-FR" sz="2000" b="1" dirty="0">
                <a:solidFill>
                  <a:schemeClr val="accent5">
                    <a:lumMod val="75000"/>
                  </a:schemeClr>
                </a:solidFill>
              </a:rPr>
              <a:t>clone &amp; pull</a:t>
            </a:r>
          </a:p>
        </p:txBody>
      </p:sp>
      <p:sp>
        <p:nvSpPr>
          <p:cNvPr id="28" name="ZoneTexte 27">
            <a:extLst>
              <a:ext uri="{FF2B5EF4-FFF2-40B4-BE49-F238E27FC236}">
                <a16:creationId xmlns:a16="http://schemas.microsoft.com/office/drawing/2014/main" id="{79997EB2-207D-1EB7-A68A-FB360DDE03C7}"/>
              </a:ext>
            </a:extLst>
          </p:cNvPr>
          <p:cNvSpPr txBox="1"/>
          <p:nvPr/>
        </p:nvSpPr>
        <p:spPr>
          <a:xfrm>
            <a:off x="8094784" y="5536427"/>
            <a:ext cx="1032462" cy="276999"/>
          </a:xfrm>
          <a:prstGeom prst="rect">
            <a:avLst/>
          </a:prstGeom>
          <a:noFill/>
        </p:spPr>
        <p:txBody>
          <a:bodyPr wrap="none" rtlCol="0">
            <a:spAutoFit/>
          </a:bodyPr>
          <a:lstStyle/>
          <a:p>
            <a:r>
              <a:rPr lang="fr-FR" sz="1200" dirty="0">
                <a:solidFill>
                  <a:schemeClr val="accent1"/>
                </a:solidFill>
              </a:rPr>
              <a:t>Dépôt distant</a:t>
            </a:r>
          </a:p>
        </p:txBody>
      </p:sp>
      <p:sp>
        <p:nvSpPr>
          <p:cNvPr id="29" name="ZoneTexte 28">
            <a:extLst>
              <a:ext uri="{FF2B5EF4-FFF2-40B4-BE49-F238E27FC236}">
                <a16:creationId xmlns:a16="http://schemas.microsoft.com/office/drawing/2014/main" id="{2A55960A-3832-4C4C-7121-CC3798C4337D}"/>
              </a:ext>
            </a:extLst>
          </p:cNvPr>
          <p:cNvSpPr txBox="1"/>
          <p:nvPr/>
        </p:nvSpPr>
        <p:spPr>
          <a:xfrm>
            <a:off x="5688429" y="5002458"/>
            <a:ext cx="2236894" cy="400110"/>
          </a:xfrm>
          <a:prstGeom prst="rect">
            <a:avLst/>
          </a:prstGeom>
          <a:noFill/>
        </p:spPr>
        <p:txBody>
          <a:bodyPr wrap="none" rtlCol="0">
            <a:spAutoFit/>
          </a:bodyPr>
          <a:lstStyle/>
          <a:p>
            <a:r>
              <a:rPr lang="fr-FR" sz="2000" b="1" dirty="0" err="1">
                <a:solidFill>
                  <a:schemeClr val="accent4">
                    <a:lumMod val="75000"/>
                  </a:schemeClr>
                </a:solidFill>
              </a:rPr>
              <a:t>remote</a:t>
            </a:r>
            <a:r>
              <a:rPr lang="fr-FR" sz="2000" b="1" dirty="0">
                <a:solidFill>
                  <a:schemeClr val="accent4">
                    <a:lumMod val="75000"/>
                  </a:schemeClr>
                </a:solidFill>
              </a:rPr>
              <a:t> </a:t>
            </a:r>
            <a:r>
              <a:rPr lang="fr-FR" sz="2000" b="1" dirty="0" err="1">
                <a:solidFill>
                  <a:schemeClr val="accent4">
                    <a:lumMod val="75000"/>
                  </a:schemeClr>
                </a:solidFill>
              </a:rPr>
              <a:t>add</a:t>
            </a:r>
            <a:r>
              <a:rPr lang="fr-FR" sz="2000" b="1" dirty="0">
                <a:solidFill>
                  <a:schemeClr val="accent4">
                    <a:lumMod val="75000"/>
                  </a:schemeClr>
                </a:solidFill>
              </a:rPr>
              <a:t> &amp; push</a:t>
            </a:r>
          </a:p>
        </p:txBody>
      </p:sp>
      <p:sp>
        <p:nvSpPr>
          <p:cNvPr id="30" name="Flèche : bas 29">
            <a:extLst>
              <a:ext uri="{FF2B5EF4-FFF2-40B4-BE49-F238E27FC236}">
                <a16:creationId xmlns:a16="http://schemas.microsoft.com/office/drawing/2014/main" id="{603C4CD7-719B-2344-39C1-54F37151188C}"/>
              </a:ext>
            </a:extLst>
          </p:cNvPr>
          <p:cNvSpPr/>
          <p:nvPr/>
        </p:nvSpPr>
        <p:spPr>
          <a:xfrm rot="16200000">
            <a:off x="6682328" y="4370575"/>
            <a:ext cx="193946" cy="2241195"/>
          </a:xfrm>
          <a:prstGeom prst="downArrow">
            <a:avLst>
              <a:gd name="adj1" fmla="val 31481"/>
              <a:gd name="adj2" fmla="val 80232"/>
            </a:avLst>
          </a:prstGeom>
          <a:solidFill>
            <a:schemeClr val="accent4">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100"/>
          </a:p>
        </p:txBody>
      </p:sp>
    </p:spTree>
    <p:extLst>
      <p:ext uri="{BB962C8B-B14F-4D97-AF65-F5344CB8AC3E}">
        <p14:creationId xmlns:p14="http://schemas.microsoft.com/office/powerpoint/2010/main" val="42673088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FE9E2-BC53-8B40-708A-373B084A8DB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BEC48BF-28CF-709F-4B62-7BF4228C4D06}"/>
              </a:ext>
            </a:extLst>
          </p:cNvPr>
          <p:cNvSpPr>
            <a:spLocks noGrp="1"/>
          </p:cNvSpPr>
          <p:nvPr>
            <p:ph type="title"/>
          </p:nvPr>
        </p:nvSpPr>
        <p:spPr>
          <a:xfrm>
            <a:off x="0" y="0"/>
            <a:ext cx="12192000" cy="1325563"/>
          </a:xfrm>
        </p:spPr>
        <p:txBody>
          <a:bodyPr/>
          <a:lstStyle/>
          <a:p>
            <a:pPr algn="ctr"/>
            <a:r>
              <a:rPr lang="fr-FR" dirty="0"/>
              <a:t>Travailler avec un dépôt distant</a:t>
            </a:r>
          </a:p>
        </p:txBody>
      </p:sp>
      <p:sp>
        <p:nvSpPr>
          <p:cNvPr id="4" name="Espace réservé du contenu 3">
            <a:extLst>
              <a:ext uri="{FF2B5EF4-FFF2-40B4-BE49-F238E27FC236}">
                <a16:creationId xmlns:a16="http://schemas.microsoft.com/office/drawing/2014/main" id="{61522575-1CC9-7DD5-CD26-4C5C2805D602}"/>
              </a:ext>
            </a:extLst>
          </p:cNvPr>
          <p:cNvSpPr txBox="1">
            <a:spLocks noGrp="1"/>
          </p:cNvSpPr>
          <p:nvPr>
            <p:ph idx="1"/>
          </p:nvPr>
        </p:nvSpPr>
        <p:spPr>
          <a:xfrm>
            <a:off x="812074" y="1081042"/>
            <a:ext cx="10515600" cy="3651641"/>
          </a:xfrm>
          <a:prstGeom prst="rect">
            <a:avLst/>
          </a:prstGeom>
          <a:solidFill>
            <a:schemeClr val="tx1"/>
          </a:solidFill>
        </p:spPr>
        <p:txBody>
          <a:bodyPr wrap="square">
            <a:spAutoFit/>
          </a:bodyPr>
          <a:lstStyle/>
          <a:p>
            <a:pPr marL="0" indent="0">
              <a:lnSpc>
                <a:spcPts val="900"/>
              </a:lnSpc>
              <a:buNone/>
            </a:pPr>
            <a:r>
              <a:rPr lang="fr-FR" sz="1600" dirty="0" err="1">
                <a:solidFill>
                  <a:srgbClr val="00B050"/>
                </a:solidFill>
                <a:latin typeface="Courier New" panose="02070309020205020404" pitchFamily="49" charset="0"/>
              </a:rPr>
              <a:t>johndoe</a:t>
            </a:r>
            <a:r>
              <a:rPr lang="fr-FR" sz="1600" dirty="0">
                <a:solidFill>
                  <a:srgbClr val="FFFFFF"/>
                </a:solidFill>
                <a:latin typeface="Courier New" panose="02070309020205020404" pitchFamily="49" charset="0"/>
              </a:rPr>
              <a:t> </a:t>
            </a:r>
            <a:r>
              <a:rPr lang="fr-FR" sz="1600" dirty="0">
                <a:solidFill>
                  <a:srgbClr val="FFFF00"/>
                </a:solidFill>
                <a:latin typeface="Courier New" panose="02070309020205020404" pitchFamily="49" charset="0"/>
              </a:rPr>
              <a:t>~/Documents/</a:t>
            </a:r>
            <a:r>
              <a:rPr lang="fr-FR" sz="1600" dirty="0" err="1">
                <a:solidFill>
                  <a:srgbClr val="FFFF00"/>
                </a:solidFill>
                <a:latin typeface="Courier New" panose="02070309020205020404" pitchFamily="49" charset="0"/>
              </a:rPr>
              <a:t>PremierProjet</a:t>
            </a:r>
            <a:endParaRPr lang="fr-FR" sz="1600" dirty="0">
              <a:solidFill>
                <a:srgbClr val="FFFF00"/>
              </a:solidFill>
              <a:latin typeface="Courier New" panose="02070309020205020404" pitchFamily="49" charset="0"/>
            </a:endParaRPr>
          </a:p>
          <a:p>
            <a:pPr marL="0" indent="0">
              <a:lnSpc>
                <a:spcPts val="900"/>
              </a:lnSpc>
              <a:buNone/>
            </a:pPr>
            <a:r>
              <a:rPr lang="fr-FR" sz="1600" dirty="0">
                <a:solidFill>
                  <a:srgbClr val="FFFFFF"/>
                </a:solidFill>
                <a:latin typeface="Courier New" panose="02070309020205020404" pitchFamily="49" charset="0"/>
              </a:rPr>
              <a:t>$ git init </a:t>
            </a:r>
            <a:r>
              <a:rPr lang="fr-FR" sz="1600" dirty="0">
                <a:solidFill>
                  <a:srgbClr val="00B0F0"/>
                </a:solidFill>
                <a:latin typeface="Courier New" panose="02070309020205020404" pitchFamily="49" charset="0"/>
              </a:rPr>
              <a:t>//Initialisation du dépôt</a:t>
            </a:r>
            <a:endParaRPr lang="fr-FR" sz="1600" dirty="0">
              <a:solidFill>
                <a:srgbClr val="FFFFFF"/>
              </a:solidFill>
              <a:latin typeface="Courier New" panose="02070309020205020404" pitchFamily="49" charset="0"/>
            </a:endParaRPr>
          </a:p>
          <a:p>
            <a:pPr marL="0" indent="0">
              <a:lnSpc>
                <a:spcPts val="900"/>
              </a:lnSpc>
              <a:buNone/>
            </a:pPr>
            <a:r>
              <a:rPr lang="fr-FR" sz="1600" dirty="0" err="1">
                <a:solidFill>
                  <a:srgbClr val="00B050"/>
                </a:solidFill>
                <a:latin typeface="Courier New" panose="02070309020205020404" pitchFamily="49" charset="0"/>
              </a:rPr>
              <a:t>johndoe</a:t>
            </a:r>
            <a:r>
              <a:rPr lang="fr-FR" sz="1600" dirty="0">
                <a:solidFill>
                  <a:srgbClr val="FFFFFF"/>
                </a:solidFill>
                <a:latin typeface="Courier New" panose="02070309020205020404" pitchFamily="49" charset="0"/>
              </a:rPr>
              <a:t> </a:t>
            </a:r>
            <a:r>
              <a:rPr lang="fr-FR" sz="1600" dirty="0">
                <a:solidFill>
                  <a:srgbClr val="FFFF00"/>
                </a:solidFill>
                <a:latin typeface="Courier New" panose="02070309020205020404" pitchFamily="49" charset="0"/>
              </a:rPr>
              <a:t>~/Documents/</a:t>
            </a:r>
            <a:r>
              <a:rPr lang="fr-FR" sz="1600" dirty="0" err="1">
                <a:solidFill>
                  <a:srgbClr val="FFFF00"/>
                </a:solidFill>
                <a:latin typeface="Courier New" panose="02070309020205020404" pitchFamily="49" charset="0"/>
              </a:rPr>
              <a:t>PremierProjet</a:t>
            </a:r>
            <a:r>
              <a:rPr lang="fr-FR" sz="1600" dirty="0">
                <a:solidFill>
                  <a:srgbClr val="FFFF00"/>
                </a:solidFill>
                <a:latin typeface="Courier New" panose="02070309020205020404" pitchFamily="49" charset="0"/>
              </a:rPr>
              <a:t> </a:t>
            </a:r>
            <a:r>
              <a:rPr lang="fr-FR" sz="1600" dirty="0">
                <a:solidFill>
                  <a:schemeClr val="accent2">
                    <a:lumMod val="60000"/>
                    <a:lumOff val="40000"/>
                  </a:schemeClr>
                </a:solidFill>
                <a:latin typeface="Courier New" panose="02070309020205020404" pitchFamily="49" charset="0"/>
              </a:rPr>
              <a:t>(master)</a:t>
            </a:r>
          </a:p>
          <a:p>
            <a:pPr marL="0" indent="0">
              <a:lnSpc>
                <a:spcPts val="900"/>
              </a:lnSpc>
              <a:buNone/>
            </a:pPr>
            <a:r>
              <a:rPr lang="fr-FR" sz="1600" dirty="0">
                <a:solidFill>
                  <a:srgbClr val="FFFFFF"/>
                </a:solidFill>
                <a:latin typeface="Courier New" panose="02070309020205020404" pitchFamily="49" charset="0"/>
              </a:rPr>
              <a:t>$ git </a:t>
            </a:r>
            <a:r>
              <a:rPr lang="fr-FR" sz="1600" dirty="0" err="1">
                <a:solidFill>
                  <a:srgbClr val="FFFFFF"/>
                </a:solidFill>
                <a:latin typeface="Courier New" panose="02070309020205020404" pitchFamily="49" charset="0"/>
              </a:rPr>
              <a:t>remote</a:t>
            </a:r>
            <a:r>
              <a:rPr lang="fr-FR" sz="1600" dirty="0">
                <a:solidFill>
                  <a:srgbClr val="FFFFFF"/>
                </a:solidFill>
                <a:latin typeface="Courier New" panose="02070309020205020404" pitchFamily="49" charset="0"/>
              </a:rPr>
              <a:t> </a:t>
            </a:r>
            <a:r>
              <a:rPr lang="fr-FR" sz="1600" dirty="0" err="1">
                <a:solidFill>
                  <a:srgbClr val="FFFFFF"/>
                </a:solidFill>
                <a:latin typeface="Courier New" panose="02070309020205020404" pitchFamily="49" charset="0"/>
              </a:rPr>
              <a:t>add</a:t>
            </a:r>
            <a:r>
              <a:rPr lang="fr-FR" sz="1600" dirty="0">
                <a:solidFill>
                  <a:srgbClr val="FFFFFF"/>
                </a:solidFill>
                <a:latin typeface="Courier New" panose="02070309020205020404" pitchFamily="49" charset="0"/>
              </a:rPr>
              <a:t> </a:t>
            </a:r>
            <a:r>
              <a:rPr lang="fr-FR" sz="1600" dirty="0" err="1">
                <a:solidFill>
                  <a:srgbClr val="FFFFFF"/>
                </a:solidFill>
                <a:latin typeface="Courier New" panose="02070309020205020404" pitchFamily="49" charset="0"/>
              </a:rPr>
              <a:t>origin</a:t>
            </a:r>
            <a:r>
              <a:rPr lang="fr-FR" sz="1600" dirty="0">
                <a:solidFill>
                  <a:srgbClr val="FFFFFF"/>
                </a:solidFill>
                <a:latin typeface="Courier New" panose="02070309020205020404" pitchFamily="49" charset="0"/>
              </a:rPr>
              <a:t> git@github.com:........</a:t>
            </a:r>
            <a:r>
              <a:rPr lang="fr-FR" sz="1600" dirty="0">
                <a:solidFill>
                  <a:srgbClr val="00B0F0"/>
                </a:solidFill>
                <a:latin typeface="Courier New" panose="02070309020205020404" pitchFamily="49" charset="0"/>
              </a:rPr>
              <a:t>//Lien entre projet GitHub et Git</a:t>
            </a:r>
            <a:endParaRPr lang="fr-FR" sz="1600" dirty="0">
              <a:solidFill>
                <a:srgbClr val="FFFFFF"/>
              </a:solidFill>
              <a:latin typeface="Courier New" panose="02070309020205020404" pitchFamily="49" charset="0"/>
            </a:endParaRPr>
          </a:p>
          <a:p>
            <a:pPr marL="0" indent="0">
              <a:lnSpc>
                <a:spcPts val="900"/>
              </a:lnSpc>
              <a:buNone/>
            </a:pPr>
            <a:r>
              <a:rPr lang="fr-FR" sz="1600" dirty="0" err="1">
                <a:solidFill>
                  <a:srgbClr val="00B050"/>
                </a:solidFill>
                <a:latin typeface="Courier New" panose="02070309020205020404" pitchFamily="49" charset="0"/>
              </a:rPr>
              <a:t>johndoe</a:t>
            </a:r>
            <a:r>
              <a:rPr lang="fr-FR" sz="1600" dirty="0">
                <a:solidFill>
                  <a:srgbClr val="FFFFFF"/>
                </a:solidFill>
                <a:latin typeface="Courier New" panose="02070309020205020404" pitchFamily="49" charset="0"/>
              </a:rPr>
              <a:t> </a:t>
            </a:r>
            <a:r>
              <a:rPr lang="fr-FR" sz="1600" dirty="0">
                <a:solidFill>
                  <a:srgbClr val="FFFF00"/>
                </a:solidFill>
                <a:latin typeface="Courier New" panose="02070309020205020404" pitchFamily="49" charset="0"/>
              </a:rPr>
              <a:t>~/Documents/</a:t>
            </a:r>
            <a:r>
              <a:rPr lang="fr-FR" sz="1600" dirty="0" err="1">
                <a:solidFill>
                  <a:srgbClr val="FFFF00"/>
                </a:solidFill>
                <a:latin typeface="Courier New" panose="02070309020205020404" pitchFamily="49" charset="0"/>
              </a:rPr>
              <a:t>PremierProjet</a:t>
            </a:r>
            <a:r>
              <a:rPr lang="fr-FR" sz="1600" dirty="0">
                <a:solidFill>
                  <a:srgbClr val="FFFF00"/>
                </a:solidFill>
                <a:latin typeface="Courier New" panose="02070309020205020404" pitchFamily="49" charset="0"/>
              </a:rPr>
              <a:t> </a:t>
            </a:r>
            <a:r>
              <a:rPr lang="fr-FR" sz="1600" dirty="0">
                <a:solidFill>
                  <a:schemeClr val="accent2">
                    <a:lumMod val="60000"/>
                    <a:lumOff val="40000"/>
                  </a:schemeClr>
                </a:solidFill>
                <a:latin typeface="Courier New" panose="02070309020205020404" pitchFamily="49" charset="0"/>
              </a:rPr>
              <a:t>(master)</a:t>
            </a:r>
            <a:endParaRPr lang="fr-FR" sz="1600" dirty="0">
              <a:solidFill>
                <a:srgbClr val="FFFF00"/>
              </a:solidFill>
              <a:latin typeface="Courier New" panose="02070309020205020404" pitchFamily="49" charset="0"/>
            </a:endParaRPr>
          </a:p>
          <a:p>
            <a:pPr marL="0" indent="0">
              <a:lnSpc>
                <a:spcPts val="900"/>
              </a:lnSpc>
              <a:buNone/>
            </a:pPr>
            <a:r>
              <a:rPr lang="fr-FR" sz="1600" dirty="0">
                <a:solidFill>
                  <a:srgbClr val="FFFFFF"/>
                </a:solidFill>
                <a:latin typeface="Courier New" panose="02070309020205020404" pitchFamily="49" charset="0"/>
              </a:rPr>
              <a:t>$ git push </a:t>
            </a:r>
            <a:r>
              <a:rPr lang="fr-FR" sz="1600" dirty="0" err="1">
                <a:solidFill>
                  <a:srgbClr val="FFFFFF"/>
                </a:solidFill>
                <a:latin typeface="Courier New" panose="02070309020205020404" pitchFamily="49" charset="0"/>
              </a:rPr>
              <a:t>origin</a:t>
            </a:r>
            <a:r>
              <a:rPr lang="fr-FR" sz="1600" dirty="0">
                <a:solidFill>
                  <a:srgbClr val="FFFFFF"/>
                </a:solidFill>
                <a:latin typeface="Courier New" panose="02070309020205020404" pitchFamily="49" charset="0"/>
              </a:rPr>
              <a:t> master </a:t>
            </a:r>
            <a:r>
              <a:rPr lang="fr-FR" sz="1600" dirty="0">
                <a:solidFill>
                  <a:srgbClr val="00B0F0"/>
                </a:solidFill>
                <a:latin typeface="Courier New" panose="02070309020205020404" pitchFamily="49" charset="0"/>
              </a:rPr>
              <a:t>//Envoi des modifications au dépôt distant</a:t>
            </a:r>
            <a:endParaRPr lang="fr-FR" sz="1600" dirty="0"/>
          </a:p>
          <a:p>
            <a:pPr marL="0" indent="0">
              <a:lnSpc>
                <a:spcPts val="900"/>
              </a:lnSpc>
              <a:buNone/>
            </a:pPr>
            <a:endParaRPr lang="fr-FR" sz="1600" b="0" i="0" dirty="0">
              <a:solidFill>
                <a:srgbClr val="00B050"/>
              </a:solidFill>
              <a:effectLst/>
              <a:latin typeface="Courier New" panose="02070309020205020404" pitchFamily="49" charset="0"/>
              <a:cs typeface="Courier New" panose="02070309020205020404" pitchFamily="49" charset="0"/>
            </a:endParaRPr>
          </a:p>
          <a:p>
            <a:pPr marL="0" indent="0">
              <a:lnSpc>
                <a:spcPts val="900"/>
              </a:lnSpc>
              <a:buNone/>
            </a:pPr>
            <a:r>
              <a:rPr lang="fr-FR" sz="1600" b="0" i="0" dirty="0" err="1">
                <a:solidFill>
                  <a:srgbClr val="00B050"/>
                </a:solidFill>
                <a:effectLst/>
                <a:latin typeface="Courier New" panose="02070309020205020404" pitchFamily="49" charset="0"/>
                <a:cs typeface="Courier New" panose="02070309020205020404" pitchFamily="49" charset="0"/>
              </a:rPr>
              <a:t>johndoe</a:t>
            </a:r>
            <a:r>
              <a:rPr lang="fr-FR" sz="1600" b="0" i="0" dirty="0">
                <a:solidFill>
                  <a:srgbClr val="FFFFFF"/>
                </a:solidFill>
                <a:effectLst/>
                <a:latin typeface="Courier New" panose="02070309020205020404" pitchFamily="49" charset="0"/>
                <a:cs typeface="Courier New" panose="02070309020205020404" pitchFamily="49" charset="0"/>
              </a:rPr>
              <a:t> </a:t>
            </a:r>
            <a:r>
              <a:rPr lang="fr-FR" sz="1600" b="0" i="0" dirty="0">
                <a:solidFill>
                  <a:srgbClr val="FFFF00"/>
                </a:solidFill>
                <a:effectLst/>
                <a:latin typeface="Courier New" panose="02070309020205020404" pitchFamily="49" charset="0"/>
                <a:cs typeface="Courier New" panose="02070309020205020404" pitchFamily="49" charset="0"/>
              </a:rPr>
              <a:t>~/Documents/</a:t>
            </a:r>
            <a:r>
              <a:rPr lang="fr-FR" sz="1600" b="0" i="0" dirty="0" err="1">
                <a:solidFill>
                  <a:srgbClr val="FFFF00"/>
                </a:solidFill>
                <a:effectLst/>
                <a:latin typeface="Courier New" panose="02070309020205020404" pitchFamily="49" charset="0"/>
                <a:cs typeface="Courier New" panose="02070309020205020404" pitchFamily="49" charset="0"/>
              </a:rPr>
              <a:t>PremierProjet</a:t>
            </a:r>
            <a:r>
              <a:rPr lang="fr-FR" sz="1600" b="0" i="0" dirty="0">
                <a:solidFill>
                  <a:srgbClr val="FFFF00"/>
                </a:solidFill>
                <a:effectLst/>
                <a:latin typeface="Courier New" panose="02070309020205020404" pitchFamily="49" charset="0"/>
                <a:cs typeface="Courier New" panose="02070309020205020404" pitchFamily="49" charset="0"/>
              </a:rPr>
              <a:t> </a:t>
            </a:r>
          </a:p>
          <a:p>
            <a:pPr marL="0" indent="0">
              <a:lnSpc>
                <a:spcPts val="900"/>
              </a:lnSpc>
              <a:buNone/>
            </a:pPr>
            <a:r>
              <a:rPr lang="fr-FR" sz="1600" b="0" i="0" dirty="0">
                <a:solidFill>
                  <a:srgbClr val="FFFFFF"/>
                </a:solidFill>
                <a:effectLst/>
                <a:latin typeface="Courier New" panose="02070309020205020404" pitchFamily="49" charset="0"/>
                <a:cs typeface="Courier New" panose="02070309020205020404" pitchFamily="49" charset="0"/>
              </a:rPr>
              <a:t>$ cd .. </a:t>
            </a:r>
            <a:r>
              <a:rPr lang="fr-FR" sz="1600" b="0" i="0" dirty="0">
                <a:solidFill>
                  <a:srgbClr val="00B0F0"/>
                </a:solidFill>
                <a:effectLst/>
                <a:latin typeface="Courier New" panose="02070309020205020404" pitchFamily="49" charset="0"/>
                <a:cs typeface="Courier New" panose="02070309020205020404" pitchFamily="49" charset="0"/>
              </a:rPr>
              <a:t>//</a:t>
            </a:r>
            <a:r>
              <a:rPr lang="fr-FR" sz="1600" dirty="0">
                <a:solidFill>
                  <a:srgbClr val="00B0F0"/>
                </a:solidFill>
                <a:latin typeface="Courier New" panose="02070309020205020404" pitchFamily="49" charset="0"/>
                <a:cs typeface="Courier New" panose="02070309020205020404" pitchFamily="49" charset="0"/>
              </a:rPr>
              <a:t>Retour racine (aux Documents)</a:t>
            </a:r>
            <a:endParaRPr lang="fr-FR" sz="1600" dirty="0">
              <a:latin typeface="Courier New" panose="02070309020205020404" pitchFamily="49" charset="0"/>
              <a:cs typeface="Courier New" panose="02070309020205020404" pitchFamily="49" charset="0"/>
            </a:endParaRPr>
          </a:p>
          <a:p>
            <a:pPr marL="0" indent="0">
              <a:lnSpc>
                <a:spcPts val="900"/>
              </a:lnSpc>
              <a:buNone/>
            </a:pPr>
            <a:r>
              <a:rPr lang="fr-FR" sz="1600" b="0" i="0" dirty="0" err="1">
                <a:solidFill>
                  <a:srgbClr val="00B050"/>
                </a:solidFill>
                <a:effectLst/>
                <a:latin typeface="Courier New" panose="02070309020205020404" pitchFamily="49" charset="0"/>
                <a:cs typeface="Courier New" panose="02070309020205020404" pitchFamily="49" charset="0"/>
              </a:rPr>
              <a:t>johndoe</a:t>
            </a:r>
            <a:r>
              <a:rPr lang="fr-FR" sz="1600" b="0" i="0" dirty="0">
                <a:solidFill>
                  <a:srgbClr val="FFFFFF"/>
                </a:solidFill>
                <a:effectLst/>
                <a:latin typeface="Courier New" panose="02070309020205020404" pitchFamily="49" charset="0"/>
                <a:cs typeface="Courier New" panose="02070309020205020404" pitchFamily="49" charset="0"/>
              </a:rPr>
              <a:t> </a:t>
            </a:r>
            <a:r>
              <a:rPr lang="fr-FR" sz="1600" b="0" i="0" dirty="0">
                <a:solidFill>
                  <a:srgbClr val="FFFF00"/>
                </a:solidFill>
                <a:effectLst/>
                <a:latin typeface="Courier New" panose="02070309020205020404" pitchFamily="49" charset="0"/>
                <a:cs typeface="Courier New" panose="02070309020205020404" pitchFamily="49" charset="0"/>
              </a:rPr>
              <a:t>~/Documents</a:t>
            </a:r>
          </a:p>
          <a:p>
            <a:pPr marL="0" indent="0">
              <a:lnSpc>
                <a:spcPts val="900"/>
              </a:lnSpc>
              <a:buNone/>
            </a:pPr>
            <a:r>
              <a:rPr lang="fr-FR" sz="1600" b="0" i="0" dirty="0">
                <a:solidFill>
                  <a:srgbClr val="FFFFFF"/>
                </a:solidFill>
                <a:effectLst/>
                <a:latin typeface="Courier New" panose="02070309020205020404" pitchFamily="49" charset="0"/>
                <a:cs typeface="Courier New" panose="02070309020205020404" pitchFamily="49" charset="0"/>
              </a:rPr>
              <a:t>$ git clone url </a:t>
            </a:r>
            <a:r>
              <a:rPr lang="fr-FR" sz="1600" b="0" i="0" dirty="0">
                <a:solidFill>
                  <a:srgbClr val="00B0F0"/>
                </a:solidFill>
                <a:effectLst/>
                <a:latin typeface="Courier New" panose="02070309020205020404" pitchFamily="49" charset="0"/>
                <a:cs typeface="Courier New" panose="02070309020205020404" pitchFamily="49" charset="0"/>
              </a:rPr>
              <a:t>//</a:t>
            </a:r>
            <a:r>
              <a:rPr lang="fr-FR" sz="1600" dirty="0">
                <a:solidFill>
                  <a:srgbClr val="00B0F0"/>
                </a:solidFill>
                <a:latin typeface="Courier New" panose="02070309020205020404" pitchFamily="49" charset="0"/>
                <a:cs typeface="Courier New" panose="02070309020205020404" pitchFamily="49" charset="0"/>
              </a:rPr>
              <a:t>Cloner le projet distant</a:t>
            </a:r>
          </a:p>
          <a:p>
            <a:pPr marL="0" indent="0">
              <a:lnSpc>
                <a:spcPts val="900"/>
              </a:lnSpc>
              <a:buNone/>
            </a:pPr>
            <a:r>
              <a:rPr lang="fr-FR" sz="1600" b="0" i="0" dirty="0" err="1">
                <a:solidFill>
                  <a:srgbClr val="00B050"/>
                </a:solidFill>
                <a:effectLst/>
                <a:latin typeface="Courier New" panose="02070309020205020404" pitchFamily="49" charset="0"/>
                <a:cs typeface="Courier New" panose="02070309020205020404" pitchFamily="49" charset="0"/>
              </a:rPr>
              <a:t>johndoe</a:t>
            </a:r>
            <a:r>
              <a:rPr lang="fr-FR" sz="1600" b="0" i="0" dirty="0">
                <a:solidFill>
                  <a:srgbClr val="FFFFFF"/>
                </a:solidFill>
                <a:effectLst/>
                <a:latin typeface="Courier New" panose="02070309020205020404" pitchFamily="49" charset="0"/>
                <a:cs typeface="Courier New" panose="02070309020205020404" pitchFamily="49" charset="0"/>
              </a:rPr>
              <a:t> </a:t>
            </a:r>
            <a:r>
              <a:rPr lang="fr-FR" sz="1600" b="0" i="0" dirty="0">
                <a:solidFill>
                  <a:srgbClr val="FFFF00"/>
                </a:solidFill>
                <a:effectLst/>
                <a:latin typeface="Courier New" panose="02070309020205020404" pitchFamily="49" charset="0"/>
                <a:cs typeface="Courier New" panose="02070309020205020404" pitchFamily="49" charset="0"/>
              </a:rPr>
              <a:t>~/Documents</a:t>
            </a:r>
          </a:p>
          <a:p>
            <a:pPr marL="0" indent="0">
              <a:lnSpc>
                <a:spcPts val="900"/>
              </a:lnSpc>
              <a:buNone/>
            </a:pPr>
            <a:r>
              <a:rPr lang="fr-FR" sz="1600" b="0" i="0" dirty="0">
                <a:solidFill>
                  <a:srgbClr val="FFFFFF"/>
                </a:solidFill>
                <a:effectLst/>
                <a:latin typeface="Courier New" panose="02070309020205020404" pitchFamily="49" charset="0"/>
                <a:cs typeface="Courier New" panose="02070309020205020404" pitchFamily="49" charset="0"/>
              </a:rPr>
              <a:t>$ cd « </a:t>
            </a:r>
            <a:r>
              <a:rPr lang="fr-FR" sz="1600" b="0" i="0" dirty="0" err="1">
                <a:solidFill>
                  <a:srgbClr val="FFFFFF"/>
                </a:solidFill>
                <a:effectLst/>
                <a:latin typeface="Courier New" panose="02070309020205020404" pitchFamily="49" charset="0"/>
                <a:cs typeface="Courier New" panose="02070309020205020404" pitchFamily="49" charset="0"/>
              </a:rPr>
              <a:t>LeProjetDistant</a:t>
            </a:r>
            <a:r>
              <a:rPr lang="fr-FR" sz="1600" b="0" i="0" dirty="0">
                <a:solidFill>
                  <a:srgbClr val="FFFFFF"/>
                </a:solidFill>
                <a:effectLst/>
                <a:latin typeface="Courier New" panose="02070309020205020404" pitchFamily="49" charset="0"/>
                <a:cs typeface="Courier New" panose="02070309020205020404" pitchFamily="49" charset="0"/>
              </a:rPr>
              <a:t>» </a:t>
            </a:r>
            <a:r>
              <a:rPr lang="fr-FR" sz="1600" b="0" i="0" dirty="0">
                <a:solidFill>
                  <a:srgbClr val="00B0F0"/>
                </a:solidFill>
                <a:effectLst/>
                <a:latin typeface="Courier New" panose="02070309020205020404" pitchFamily="49" charset="0"/>
                <a:cs typeface="Courier New" panose="02070309020205020404" pitchFamily="49" charset="0"/>
              </a:rPr>
              <a:t>//</a:t>
            </a:r>
            <a:r>
              <a:rPr lang="fr-FR" sz="1600" dirty="0">
                <a:solidFill>
                  <a:srgbClr val="00B0F0"/>
                </a:solidFill>
                <a:latin typeface="Courier New" panose="02070309020205020404" pitchFamily="49" charset="0"/>
                <a:cs typeface="Courier New" panose="02070309020205020404" pitchFamily="49" charset="0"/>
              </a:rPr>
              <a:t>Aller dans le dossier cloné</a:t>
            </a:r>
          </a:p>
          <a:p>
            <a:pPr marL="0" indent="0">
              <a:lnSpc>
                <a:spcPts val="900"/>
              </a:lnSpc>
              <a:buNone/>
            </a:pPr>
            <a:r>
              <a:rPr lang="fr-FR" sz="1600" b="0" i="0" dirty="0" err="1">
                <a:solidFill>
                  <a:srgbClr val="00B050"/>
                </a:solidFill>
                <a:effectLst/>
                <a:latin typeface="Courier New" panose="02070309020205020404" pitchFamily="49" charset="0"/>
                <a:cs typeface="Courier New" panose="02070309020205020404" pitchFamily="49" charset="0"/>
              </a:rPr>
              <a:t>johndoe</a:t>
            </a:r>
            <a:r>
              <a:rPr lang="fr-FR" sz="1600" b="0" i="0" dirty="0">
                <a:solidFill>
                  <a:srgbClr val="FFFFFF"/>
                </a:solidFill>
                <a:effectLst/>
                <a:latin typeface="Courier New" panose="02070309020205020404" pitchFamily="49" charset="0"/>
                <a:cs typeface="Courier New" panose="02070309020205020404" pitchFamily="49" charset="0"/>
              </a:rPr>
              <a:t> </a:t>
            </a:r>
            <a:r>
              <a:rPr lang="fr-FR" sz="1600" b="0" i="0" dirty="0">
                <a:solidFill>
                  <a:srgbClr val="FFFF00"/>
                </a:solidFill>
                <a:effectLst/>
                <a:latin typeface="Courier New" panose="02070309020205020404" pitchFamily="49" charset="0"/>
                <a:cs typeface="Courier New" panose="02070309020205020404" pitchFamily="49" charset="0"/>
              </a:rPr>
              <a:t>~/Documents/</a:t>
            </a:r>
            <a:r>
              <a:rPr lang="fr-FR" sz="1600" b="0" i="0" dirty="0" err="1">
                <a:solidFill>
                  <a:srgbClr val="FFFF00"/>
                </a:solidFill>
                <a:effectLst/>
                <a:latin typeface="Courier New" panose="02070309020205020404" pitchFamily="49" charset="0"/>
                <a:cs typeface="Courier New" panose="02070309020205020404" pitchFamily="49" charset="0"/>
              </a:rPr>
              <a:t>LeProjetDistant</a:t>
            </a:r>
            <a:r>
              <a:rPr lang="fr-FR" sz="1600" b="0" i="0" dirty="0">
                <a:solidFill>
                  <a:srgbClr val="FFFF00"/>
                </a:solidFill>
                <a:effectLst/>
                <a:latin typeface="Courier New" panose="02070309020205020404" pitchFamily="49" charset="0"/>
                <a:cs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cs typeface="Courier New" panose="02070309020205020404" pitchFamily="49" charset="0"/>
              </a:rPr>
              <a:t>(master)</a:t>
            </a:r>
          </a:p>
          <a:p>
            <a:pPr marL="0" indent="0">
              <a:lnSpc>
                <a:spcPts val="900"/>
              </a:lnSpc>
              <a:buNone/>
            </a:pPr>
            <a:r>
              <a:rPr lang="fr-FR" sz="1600" b="0" i="0" dirty="0">
                <a:solidFill>
                  <a:srgbClr val="FFFFFF"/>
                </a:solidFill>
                <a:effectLst/>
                <a:latin typeface="Courier New" panose="02070309020205020404" pitchFamily="49" charset="0"/>
                <a:cs typeface="Courier New" panose="02070309020205020404" pitchFamily="49" charset="0"/>
              </a:rPr>
              <a:t>$ git pull </a:t>
            </a:r>
            <a:r>
              <a:rPr lang="fr-FR" sz="1600" b="0" i="0" dirty="0">
                <a:solidFill>
                  <a:srgbClr val="00B0F0"/>
                </a:solidFill>
                <a:effectLst/>
                <a:latin typeface="Courier New" panose="02070309020205020404" pitchFamily="49" charset="0"/>
                <a:cs typeface="Courier New" panose="02070309020205020404" pitchFamily="49" charset="0"/>
              </a:rPr>
              <a:t>// Mettre à jour le dépôt local</a:t>
            </a:r>
            <a:endParaRPr lang="fr-FR" sz="1600" dirty="0"/>
          </a:p>
        </p:txBody>
      </p:sp>
      <p:sp>
        <p:nvSpPr>
          <p:cNvPr id="18" name="Rectangle : coins arrondis 17">
            <a:extLst>
              <a:ext uri="{FF2B5EF4-FFF2-40B4-BE49-F238E27FC236}">
                <a16:creationId xmlns:a16="http://schemas.microsoft.com/office/drawing/2014/main" id="{50C0B76E-52FD-AF05-8CE4-5B739490F5C3}"/>
              </a:ext>
            </a:extLst>
          </p:cNvPr>
          <p:cNvSpPr/>
          <p:nvPr/>
        </p:nvSpPr>
        <p:spPr>
          <a:xfrm>
            <a:off x="2519688" y="5216434"/>
            <a:ext cx="3014456" cy="913902"/>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050" dirty="0"/>
          </a:p>
        </p:txBody>
      </p:sp>
      <p:sp>
        <p:nvSpPr>
          <p:cNvPr id="19" name="ZoneTexte 18">
            <a:extLst>
              <a:ext uri="{FF2B5EF4-FFF2-40B4-BE49-F238E27FC236}">
                <a16:creationId xmlns:a16="http://schemas.microsoft.com/office/drawing/2014/main" id="{8178CC92-0600-DA88-672E-684C67D02BD4}"/>
              </a:ext>
            </a:extLst>
          </p:cNvPr>
          <p:cNvSpPr txBox="1"/>
          <p:nvPr/>
        </p:nvSpPr>
        <p:spPr>
          <a:xfrm>
            <a:off x="3380838" y="5512525"/>
            <a:ext cx="1250342" cy="369332"/>
          </a:xfrm>
          <a:prstGeom prst="rect">
            <a:avLst/>
          </a:prstGeom>
          <a:noFill/>
        </p:spPr>
        <p:txBody>
          <a:bodyPr wrap="none" rtlCol="0">
            <a:spAutoFit/>
          </a:bodyPr>
          <a:lstStyle/>
          <a:p>
            <a:r>
              <a:rPr lang="fr-FR" dirty="0">
                <a:solidFill>
                  <a:schemeClr val="accent4">
                    <a:lumMod val="75000"/>
                  </a:schemeClr>
                </a:solidFill>
              </a:rPr>
              <a:t>Dépôt local</a:t>
            </a:r>
          </a:p>
        </p:txBody>
      </p:sp>
      <p:pic>
        <p:nvPicPr>
          <p:cNvPr id="24" name="Graphique 23" descr="Nuage">
            <a:extLst>
              <a:ext uri="{FF2B5EF4-FFF2-40B4-BE49-F238E27FC236}">
                <a16:creationId xmlns:a16="http://schemas.microsoft.com/office/drawing/2014/main" id="{236F6A8F-324B-F1C9-78C7-50AAE844232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935060" y="4938077"/>
            <a:ext cx="1322151" cy="1296692"/>
          </a:xfrm>
          <a:prstGeom prst="rect">
            <a:avLst/>
          </a:prstGeom>
        </p:spPr>
      </p:pic>
      <p:pic>
        <p:nvPicPr>
          <p:cNvPr id="25" name="Picture 4" descr="GitHub Logo, symbol, meaning, history, PNG, brand">
            <a:extLst>
              <a:ext uri="{FF2B5EF4-FFF2-40B4-BE49-F238E27FC236}">
                <a16:creationId xmlns:a16="http://schemas.microsoft.com/office/drawing/2014/main" id="{918253FA-4231-8182-326D-4878E2E03A41}"/>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8190252" y="5852504"/>
            <a:ext cx="731035" cy="403083"/>
          </a:xfrm>
          <a:prstGeom prst="rect">
            <a:avLst/>
          </a:prstGeom>
          <a:noFill/>
          <a:extLst>
            <a:ext uri="{909E8E84-426E-40DD-AFC4-6F175D3DCCD1}">
              <a14:hiddenFill xmlns:a14="http://schemas.microsoft.com/office/drawing/2010/main">
                <a:solidFill>
                  <a:srgbClr val="FFFFFF"/>
                </a:solidFill>
              </a14:hiddenFill>
            </a:ext>
          </a:extLst>
        </p:spPr>
      </p:pic>
      <p:sp>
        <p:nvSpPr>
          <p:cNvPr id="26" name="Flèche : bas 25">
            <a:extLst>
              <a:ext uri="{FF2B5EF4-FFF2-40B4-BE49-F238E27FC236}">
                <a16:creationId xmlns:a16="http://schemas.microsoft.com/office/drawing/2014/main" id="{82D0F63F-3575-597C-723C-EEA7F34916F5}"/>
              </a:ext>
            </a:extLst>
          </p:cNvPr>
          <p:cNvSpPr/>
          <p:nvPr/>
        </p:nvSpPr>
        <p:spPr>
          <a:xfrm rot="5400000">
            <a:off x="6669264" y="4688438"/>
            <a:ext cx="193946" cy="2241195"/>
          </a:xfrm>
          <a:prstGeom prst="downArrow">
            <a:avLst>
              <a:gd name="adj1" fmla="val 31481"/>
              <a:gd name="adj2" fmla="val 80232"/>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100"/>
          </a:p>
        </p:txBody>
      </p:sp>
      <p:sp>
        <p:nvSpPr>
          <p:cNvPr id="27" name="ZoneTexte 26">
            <a:extLst>
              <a:ext uri="{FF2B5EF4-FFF2-40B4-BE49-F238E27FC236}">
                <a16:creationId xmlns:a16="http://schemas.microsoft.com/office/drawing/2014/main" id="{CD1C143A-D8CE-17C2-4D85-8B65465DB4C2}"/>
              </a:ext>
            </a:extLst>
          </p:cNvPr>
          <p:cNvSpPr txBox="1"/>
          <p:nvPr/>
        </p:nvSpPr>
        <p:spPr>
          <a:xfrm>
            <a:off x="6093378" y="5842836"/>
            <a:ext cx="1457450" cy="400110"/>
          </a:xfrm>
          <a:prstGeom prst="rect">
            <a:avLst/>
          </a:prstGeom>
          <a:noFill/>
        </p:spPr>
        <p:txBody>
          <a:bodyPr wrap="none" rtlCol="0">
            <a:spAutoFit/>
          </a:bodyPr>
          <a:lstStyle/>
          <a:p>
            <a:r>
              <a:rPr lang="fr-FR" sz="2000" b="1" dirty="0">
                <a:solidFill>
                  <a:schemeClr val="accent5">
                    <a:lumMod val="75000"/>
                  </a:schemeClr>
                </a:solidFill>
              </a:rPr>
              <a:t>clone &amp; pull</a:t>
            </a:r>
          </a:p>
        </p:txBody>
      </p:sp>
      <p:sp>
        <p:nvSpPr>
          <p:cNvPr id="28" name="ZoneTexte 27">
            <a:extLst>
              <a:ext uri="{FF2B5EF4-FFF2-40B4-BE49-F238E27FC236}">
                <a16:creationId xmlns:a16="http://schemas.microsoft.com/office/drawing/2014/main" id="{A31F2DF6-72C5-AC83-9DA4-437CE69006DF}"/>
              </a:ext>
            </a:extLst>
          </p:cNvPr>
          <p:cNvSpPr txBox="1"/>
          <p:nvPr/>
        </p:nvSpPr>
        <p:spPr>
          <a:xfrm>
            <a:off x="8094784" y="5536427"/>
            <a:ext cx="1032462" cy="276999"/>
          </a:xfrm>
          <a:prstGeom prst="rect">
            <a:avLst/>
          </a:prstGeom>
          <a:noFill/>
        </p:spPr>
        <p:txBody>
          <a:bodyPr wrap="none" rtlCol="0">
            <a:spAutoFit/>
          </a:bodyPr>
          <a:lstStyle/>
          <a:p>
            <a:r>
              <a:rPr lang="fr-FR" sz="1200" dirty="0">
                <a:solidFill>
                  <a:schemeClr val="accent1"/>
                </a:solidFill>
              </a:rPr>
              <a:t>Dépôt distant</a:t>
            </a:r>
          </a:p>
        </p:txBody>
      </p:sp>
      <p:sp>
        <p:nvSpPr>
          <p:cNvPr id="29" name="ZoneTexte 28">
            <a:extLst>
              <a:ext uri="{FF2B5EF4-FFF2-40B4-BE49-F238E27FC236}">
                <a16:creationId xmlns:a16="http://schemas.microsoft.com/office/drawing/2014/main" id="{1096781E-213B-ABFD-02BE-EBDACB64C450}"/>
              </a:ext>
            </a:extLst>
          </p:cNvPr>
          <p:cNvSpPr txBox="1"/>
          <p:nvPr/>
        </p:nvSpPr>
        <p:spPr>
          <a:xfrm>
            <a:off x="5688429" y="5002458"/>
            <a:ext cx="2236894" cy="400110"/>
          </a:xfrm>
          <a:prstGeom prst="rect">
            <a:avLst/>
          </a:prstGeom>
          <a:noFill/>
        </p:spPr>
        <p:txBody>
          <a:bodyPr wrap="none" rtlCol="0">
            <a:spAutoFit/>
          </a:bodyPr>
          <a:lstStyle/>
          <a:p>
            <a:r>
              <a:rPr lang="fr-FR" sz="2000" b="1" dirty="0" err="1">
                <a:solidFill>
                  <a:schemeClr val="accent4">
                    <a:lumMod val="75000"/>
                  </a:schemeClr>
                </a:solidFill>
              </a:rPr>
              <a:t>remote</a:t>
            </a:r>
            <a:r>
              <a:rPr lang="fr-FR" sz="2000" b="1" dirty="0">
                <a:solidFill>
                  <a:schemeClr val="accent4">
                    <a:lumMod val="75000"/>
                  </a:schemeClr>
                </a:solidFill>
              </a:rPr>
              <a:t> </a:t>
            </a:r>
            <a:r>
              <a:rPr lang="fr-FR" sz="2000" b="1" dirty="0" err="1">
                <a:solidFill>
                  <a:schemeClr val="accent4">
                    <a:lumMod val="75000"/>
                  </a:schemeClr>
                </a:solidFill>
              </a:rPr>
              <a:t>add</a:t>
            </a:r>
            <a:r>
              <a:rPr lang="fr-FR" sz="2000" b="1" dirty="0">
                <a:solidFill>
                  <a:schemeClr val="accent4">
                    <a:lumMod val="75000"/>
                  </a:schemeClr>
                </a:solidFill>
              </a:rPr>
              <a:t> &amp; push</a:t>
            </a:r>
          </a:p>
        </p:txBody>
      </p:sp>
      <p:sp>
        <p:nvSpPr>
          <p:cNvPr id="30" name="Flèche : bas 29">
            <a:extLst>
              <a:ext uri="{FF2B5EF4-FFF2-40B4-BE49-F238E27FC236}">
                <a16:creationId xmlns:a16="http://schemas.microsoft.com/office/drawing/2014/main" id="{15336B2C-C945-293E-70CA-19131C3289F0}"/>
              </a:ext>
            </a:extLst>
          </p:cNvPr>
          <p:cNvSpPr/>
          <p:nvPr/>
        </p:nvSpPr>
        <p:spPr>
          <a:xfrm rot="16200000">
            <a:off x="6682328" y="4370575"/>
            <a:ext cx="193946" cy="2241195"/>
          </a:xfrm>
          <a:prstGeom prst="downArrow">
            <a:avLst>
              <a:gd name="adj1" fmla="val 31481"/>
              <a:gd name="adj2" fmla="val 80232"/>
            </a:avLst>
          </a:prstGeom>
          <a:solidFill>
            <a:schemeClr val="accent4">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100"/>
          </a:p>
        </p:txBody>
      </p:sp>
    </p:spTree>
    <p:extLst>
      <p:ext uri="{BB962C8B-B14F-4D97-AF65-F5344CB8AC3E}">
        <p14:creationId xmlns:p14="http://schemas.microsoft.com/office/powerpoint/2010/main" val="17206817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ZoneTexte 22">
            <a:extLst>
              <a:ext uri="{FF2B5EF4-FFF2-40B4-BE49-F238E27FC236}">
                <a16:creationId xmlns:a16="http://schemas.microsoft.com/office/drawing/2014/main" id="{C2150B97-9D28-5984-16CF-3F37F7C9AB3C}"/>
              </a:ext>
            </a:extLst>
          </p:cNvPr>
          <p:cNvSpPr txBox="1"/>
          <p:nvPr/>
        </p:nvSpPr>
        <p:spPr>
          <a:xfrm>
            <a:off x="766354" y="383903"/>
            <a:ext cx="10624456" cy="3539430"/>
          </a:xfrm>
          <a:prstGeom prst="rect">
            <a:avLst/>
          </a:prstGeom>
          <a:solidFill>
            <a:schemeClr val="tx1"/>
          </a:solidFill>
        </p:spPr>
        <p:txBody>
          <a:bodyPr wrap="square">
            <a:spAutoFit/>
          </a:bodyPr>
          <a:lstStyle/>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p>
          <a:p>
            <a:r>
              <a:rPr lang="fr-FR" sz="1600" b="0" i="0" dirty="0">
                <a:solidFill>
                  <a:srgbClr val="FFFFFF"/>
                </a:solidFill>
                <a:effectLst/>
                <a:latin typeface="Courier New" panose="02070309020205020404" pitchFamily="49" charset="0"/>
              </a:rPr>
              <a:t>$ cd Documents/</a:t>
            </a:r>
            <a:r>
              <a:rPr lang="fr-FR" sz="1600" b="0" i="0" dirty="0" err="1">
                <a:solidFill>
                  <a:srgbClr val="FFFFFF"/>
                </a:solidFill>
                <a:effectLst/>
                <a:latin typeface="Courier New" panose="02070309020205020404" pitchFamily="49" charset="0"/>
              </a:rPr>
              <a:t>PremierProjet</a:t>
            </a:r>
            <a:r>
              <a:rPr lang="fr-FR" sz="1600" b="0" i="0" dirty="0">
                <a:solidFill>
                  <a:srgbClr val="FFFFFF"/>
                </a:solidFill>
                <a:effectLst/>
                <a:latin typeface="Courier New" panose="02070309020205020404" pitchFamily="49" charset="0"/>
              </a:rPr>
              <a:t> </a:t>
            </a:r>
            <a:r>
              <a:rPr lang="fr-FR" sz="1600" b="0" i="0" dirty="0">
                <a:solidFill>
                  <a:srgbClr val="00B0F0"/>
                </a:solidFill>
                <a:effectLst/>
                <a:latin typeface="Courier New" panose="02070309020205020404" pitchFamily="49" charset="0"/>
              </a:rPr>
              <a:t>//Navigation dans nouveau dossier</a:t>
            </a:r>
            <a:endParaRPr lang="fr-FR" sz="1600" b="0" i="0" dirty="0">
              <a:solidFill>
                <a:srgbClr val="FFFFFF"/>
              </a:solidFill>
              <a:effectLst/>
              <a:latin typeface="Courier New" panose="02070309020205020404" pitchFamily="49" charset="0"/>
            </a:endParaRP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(master)</a:t>
            </a:r>
          </a:p>
          <a:p>
            <a:r>
              <a:rPr lang="fr-FR" sz="1600" b="0" i="0" dirty="0">
                <a:solidFill>
                  <a:srgbClr val="FFFFFF"/>
                </a:solidFill>
                <a:effectLst/>
                <a:latin typeface="Courier New" panose="02070309020205020404" pitchFamily="49" charset="0"/>
              </a:rPr>
              <a:t>$ </a:t>
            </a:r>
            <a:r>
              <a:rPr lang="fr-FR" sz="1600" b="0" i="0" dirty="0" err="1">
                <a:solidFill>
                  <a:srgbClr val="FFFFFF"/>
                </a:solidFill>
                <a:effectLst/>
                <a:latin typeface="Courier New" panose="02070309020205020404" pitchFamily="49" charset="0"/>
              </a:rPr>
              <a:t>touch</a:t>
            </a:r>
            <a:r>
              <a:rPr lang="fr-FR" sz="1600" b="0" i="0" dirty="0">
                <a:solidFill>
                  <a:srgbClr val="FFFFFF"/>
                </a:solidFill>
                <a:effectLst/>
                <a:latin typeface="Courier New" panose="02070309020205020404" pitchFamily="49" charset="0"/>
              </a:rPr>
              <a:t> index.html </a:t>
            </a:r>
            <a:r>
              <a:rPr lang="fr-FR" sz="1600" b="0" i="0" dirty="0">
                <a:solidFill>
                  <a:srgbClr val="00B0F0"/>
                </a:solidFill>
                <a:effectLst/>
                <a:latin typeface="Courier New" panose="02070309020205020404" pitchFamily="49" charset="0"/>
              </a:rPr>
              <a:t>//Création fichier html</a:t>
            </a:r>
            <a:endParaRPr lang="fr-FR" sz="1600" b="0" i="0" dirty="0">
              <a:solidFill>
                <a:srgbClr val="FFFFFF"/>
              </a:solidFill>
              <a:effectLst/>
              <a:latin typeface="Courier New" panose="02070309020205020404" pitchFamily="49" charset="0"/>
            </a:endParaRP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(master)</a:t>
            </a:r>
            <a:endParaRPr lang="fr-FR" sz="1600" b="0" i="0" dirty="0">
              <a:solidFill>
                <a:srgbClr val="FFFF00"/>
              </a:solidFill>
              <a:effectLst/>
              <a:latin typeface="Courier New" panose="02070309020205020404" pitchFamily="49" charset="0"/>
            </a:endParaRPr>
          </a:p>
          <a:p>
            <a:r>
              <a:rPr lang="fr-FR" sz="1600" b="0" i="0" dirty="0">
                <a:solidFill>
                  <a:srgbClr val="FFFFFF"/>
                </a:solidFill>
                <a:effectLst/>
                <a:latin typeface="Courier New" panose="02070309020205020404" pitchFamily="49" charset="0"/>
              </a:rPr>
              <a:t>$ git </a:t>
            </a:r>
            <a:r>
              <a:rPr lang="fr-FR" sz="1600" b="0" i="0" dirty="0" err="1">
                <a:solidFill>
                  <a:srgbClr val="FFFFFF"/>
                </a:solidFill>
                <a:effectLst/>
                <a:latin typeface="Courier New" panose="02070309020205020404" pitchFamily="49" charset="0"/>
              </a:rPr>
              <a:t>status</a:t>
            </a:r>
            <a:r>
              <a:rPr lang="fr-FR" sz="1600" b="0" i="0" dirty="0">
                <a:solidFill>
                  <a:srgbClr val="FFFFFF"/>
                </a:solidFill>
                <a:effectLst/>
                <a:latin typeface="Courier New" panose="02070309020205020404" pitchFamily="49" charset="0"/>
              </a:rPr>
              <a:t> </a:t>
            </a:r>
            <a:r>
              <a:rPr lang="fr-FR" sz="1600" b="0" i="0" dirty="0">
                <a:solidFill>
                  <a:srgbClr val="00B0F0"/>
                </a:solidFill>
                <a:effectLst/>
                <a:latin typeface="Courier New" panose="02070309020205020404" pitchFamily="49" charset="0"/>
              </a:rPr>
              <a:t>//Visualisation du statut (</a:t>
            </a:r>
            <a:r>
              <a:rPr lang="fr-FR" sz="1600" b="0" i="0" dirty="0" err="1">
                <a:solidFill>
                  <a:srgbClr val="00B0F0"/>
                </a:solidFill>
                <a:effectLst/>
                <a:latin typeface="Courier New" panose="02070309020205020404" pitchFamily="49" charset="0"/>
              </a:rPr>
              <a:t>working</a:t>
            </a:r>
            <a:r>
              <a:rPr lang="fr-FR" sz="1600" b="0" i="0" dirty="0">
                <a:solidFill>
                  <a:srgbClr val="00B0F0"/>
                </a:solidFill>
                <a:effectLst/>
                <a:latin typeface="Courier New" panose="02070309020205020404" pitchFamily="49" charset="0"/>
              </a:rPr>
              <a:t> directory)</a:t>
            </a:r>
            <a:endParaRPr lang="fr-FR" sz="1600" b="0" i="0" dirty="0">
              <a:solidFill>
                <a:srgbClr val="FFFFFF"/>
              </a:solidFill>
              <a:effectLst/>
              <a:latin typeface="Courier New" panose="02070309020205020404" pitchFamily="49" charset="0"/>
            </a:endParaRP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(master)</a:t>
            </a:r>
            <a:endParaRPr lang="fr-FR" sz="1600" b="0" i="0" dirty="0">
              <a:solidFill>
                <a:srgbClr val="FFFF00"/>
              </a:solidFill>
              <a:effectLst/>
              <a:latin typeface="Courier New" panose="02070309020205020404" pitchFamily="49" charset="0"/>
            </a:endParaRPr>
          </a:p>
          <a:p>
            <a:r>
              <a:rPr lang="fr-FR" sz="1600" b="0" i="0" dirty="0">
                <a:solidFill>
                  <a:srgbClr val="FFFFFF"/>
                </a:solidFill>
                <a:effectLst/>
                <a:latin typeface="Courier New" panose="02070309020205020404" pitchFamily="49" charset="0"/>
              </a:rPr>
              <a:t>$ git </a:t>
            </a:r>
            <a:r>
              <a:rPr lang="fr-FR" sz="1600" b="0" i="0" dirty="0" err="1">
                <a:solidFill>
                  <a:srgbClr val="FFFFFF"/>
                </a:solidFill>
                <a:effectLst/>
                <a:latin typeface="Courier New" panose="02070309020205020404" pitchFamily="49" charset="0"/>
              </a:rPr>
              <a:t>add</a:t>
            </a:r>
            <a:r>
              <a:rPr lang="fr-FR" sz="1600" b="0" i="0" dirty="0">
                <a:solidFill>
                  <a:srgbClr val="FFFFFF"/>
                </a:solidFill>
                <a:effectLst/>
                <a:latin typeface="Courier New" panose="02070309020205020404" pitchFamily="49" charset="0"/>
              </a:rPr>
              <a:t> index.html </a:t>
            </a:r>
            <a:r>
              <a:rPr lang="fr-FR" sz="1600" b="0" i="0" dirty="0">
                <a:solidFill>
                  <a:srgbClr val="00B0F0"/>
                </a:solidFill>
                <a:effectLst/>
                <a:latin typeface="Courier New" panose="02070309020205020404" pitchFamily="49" charset="0"/>
              </a:rPr>
              <a:t>//Indexation du fichier</a:t>
            </a: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(master)</a:t>
            </a:r>
            <a:endParaRPr lang="fr-FR" sz="1600" b="0" i="0" dirty="0">
              <a:solidFill>
                <a:srgbClr val="FFFF00"/>
              </a:solidFill>
              <a:effectLst/>
              <a:latin typeface="Courier New" panose="02070309020205020404" pitchFamily="49" charset="0"/>
            </a:endParaRPr>
          </a:p>
          <a:p>
            <a:r>
              <a:rPr lang="fr-FR" sz="1600" b="0" i="0" dirty="0">
                <a:solidFill>
                  <a:srgbClr val="FFFFFF"/>
                </a:solidFill>
                <a:effectLst/>
                <a:latin typeface="Courier New" panose="02070309020205020404" pitchFamily="49" charset="0"/>
              </a:rPr>
              <a:t>$ git </a:t>
            </a:r>
            <a:r>
              <a:rPr lang="fr-FR" sz="1600" b="0" i="0" dirty="0" err="1">
                <a:solidFill>
                  <a:srgbClr val="FFFFFF"/>
                </a:solidFill>
                <a:effectLst/>
                <a:latin typeface="Courier New" panose="02070309020205020404" pitchFamily="49" charset="0"/>
              </a:rPr>
              <a:t>status</a:t>
            </a:r>
            <a:r>
              <a:rPr lang="fr-FR" sz="1600" b="0" i="0" dirty="0">
                <a:solidFill>
                  <a:srgbClr val="FFFFFF"/>
                </a:solidFill>
                <a:effectLst/>
                <a:latin typeface="Courier New" panose="02070309020205020404" pitchFamily="49" charset="0"/>
              </a:rPr>
              <a:t> </a:t>
            </a:r>
            <a:r>
              <a:rPr lang="fr-FR" sz="1600" b="0" i="0" dirty="0">
                <a:solidFill>
                  <a:srgbClr val="00B0F0"/>
                </a:solidFill>
                <a:effectLst/>
                <a:latin typeface="Courier New" panose="02070309020205020404" pitchFamily="49" charset="0"/>
              </a:rPr>
              <a:t>//Visualisation du statut (stage)</a:t>
            </a:r>
            <a:endParaRPr lang="fr-FR" sz="1600" b="0" i="0" dirty="0">
              <a:solidFill>
                <a:srgbClr val="FFFFFF"/>
              </a:solidFill>
              <a:effectLst/>
              <a:latin typeface="Courier New" panose="02070309020205020404" pitchFamily="49" charset="0"/>
            </a:endParaRP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(master)</a:t>
            </a:r>
            <a:endParaRPr lang="fr-FR" sz="1600" b="0" i="0" dirty="0">
              <a:solidFill>
                <a:srgbClr val="FFFF00"/>
              </a:solidFill>
              <a:effectLst/>
              <a:latin typeface="Courier New" panose="02070309020205020404" pitchFamily="49" charset="0"/>
            </a:endParaRPr>
          </a:p>
          <a:p>
            <a:r>
              <a:rPr lang="fr-FR" sz="1600" b="0" i="0" dirty="0">
                <a:solidFill>
                  <a:srgbClr val="FFFFFF"/>
                </a:solidFill>
                <a:effectLst/>
                <a:latin typeface="Courier New" panose="02070309020205020404" pitchFamily="49" charset="0"/>
              </a:rPr>
              <a:t>$ git commit –m «Ajout du fichier index.html» </a:t>
            </a:r>
            <a:r>
              <a:rPr lang="fr-FR" sz="1600" b="0" i="0" dirty="0">
                <a:solidFill>
                  <a:srgbClr val="00B0F0"/>
                </a:solidFill>
                <a:effectLst/>
                <a:latin typeface="Courier New" panose="02070309020205020404" pitchFamily="49" charset="0"/>
              </a:rPr>
              <a:t>//sauvegarde de la version (repo)</a:t>
            </a:r>
          </a:p>
          <a:p>
            <a:r>
              <a:rPr lang="fr-FR" sz="1600" dirty="0" err="1">
                <a:solidFill>
                  <a:srgbClr val="00B050"/>
                </a:solidFill>
                <a:latin typeface="Courier New" panose="02070309020205020404" pitchFamily="49" charset="0"/>
              </a:rPr>
              <a:t>johndoe</a:t>
            </a:r>
            <a:r>
              <a:rPr lang="fr-FR" sz="1600" dirty="0">
                <a:solidFill>
                  <a:srgbClr val="FFFFFF"/>
                </a:solidFill>
                <a:latin typeface="Courier New" panose="02070309020205020404" pitchFamily="49" charset="0"/>
              </a:rPr>
              <a:t> </a:t>
            </a:r>
            <a:r>
              <a:rPr lang="fr-FR" sz="1600" dirty="0">
                <a:solidFill>
                  <a:srgbClr val="FFFF00"/>
                </a:solidFill>
                <a:latin typeface="Courier New" panose="02070309020205020404" pitchFamily="49" charset="0"/>
              </a:rPr>
              <a:t>~/Documents/</a:t>
            </a:r>
            <a:r>
              <a:rPr lang="fr-FR" sz="1600" dirty="0" err="1">
                <a:solidFill>
                  <a:srgbClr val="FFFF00"/>
                </a:solidFill>
                <a:latin typeface="Courier New" panose="02070309020205020404" pitchFamily="49" charset="0"/>
              </a:rPr>
              <a:t>PremierProjet</a:t>
            </a:r>
            <a:r>
              <a:rPr lang="fr-FR" sz="1600" dirty="0">
                <a:solidFill>
                  <a:srgbClr val="FFFF00"/>
                </a:solidFill>
                <a:latin typeface="Courier New" panose="02070309020205020404" pitchFamily="49" charset="0"/>
              </a:rPr>
              <a:t> </a:t>
            </a:r>
            <a:r>
              <a:rPr lang="fr-FR" sz="1600" dirty="0">
                <a:solidFill>
                  <a:schemeClr val="accent2">
                    <a:lumMod val="60000"/>
                    <a:lumOff val="40000"/>
                  </a:schemeClr>
                </a:solidFill>
                <a:latin typeface="Courier New" panose="02070309020205020404" pitchFamily="49" charset="0"/>
              </a:rPr>
              <a:t>(master)</a:t>
            </a:r>
            <a:endParaRPr lang="fr-FR" sz="1600" dirty="0">
              <a:solidFill>
                <a:srgbClr val="FFFF00"/>
              </a:solidFill>
              <a:latin typeface="Courier New" panose="02070309020205020404" pitchFamily="49" charset="0"/>
            </a:endParaRPr>
          </a:p>
          <a:p>
            <a:r>
              <a:rPr lang="fr-FR" sz="1600" dirty="0">
                <a:solidFill>
                  <a:srgbClr val="FFFFFF"/>
                </a:solidFill>
                <a:latin typeface="Courier New" panose="02070309020205020404" pitchFamily="49" charset="0"/>
              </a:rPr>
              <a:t>$ git push </a:t>
            </a:r>
            <a:r>
              <a:rPr lang="fr-FR" sz="1600" dirty="0" err="1">
                <a:solidFill>
                  <a:srgbClr val="FFFFFF"/>
                </a:solidFill>
                <a:latin typeface="Courier New" panose="02070309020205020404" pitchFamily="49" charset="0"/>
              </a:rPr>
              <a:t>origin</a:t>
            </a:r>
            <a:r>
              <a:rPr lang="fr-FR" sz="1600" dirty="0">
                <a:solidFill>
                  <a:srgbClr val="FFFFFF"/>
                </a:solidFill>
                <a:latin typeface="Courier New" panose="02070309020205020404" pitchFamily="49" charset="0"/>
              </a:rPr>
              <a:t> master </a:t>
            </a:r>
            <a:r>
              <a:rPr lang="fr-FR" sz="1600" dirty="0">
                <a:solidFill>
                  <a:srgbClr val="00B0F0"/>
                </a:solidFill>
                <a:latin typeface="Courier New" panose="02070309020205020404" pitchFamily="49" charset="0"/>
              </a:rPr>
              <a:t>//Envoi des modifications au dépôt distant</a:t>
            </a:r>
            <a:endParaRPr lang="fr-FR" sz="1600" dirty="0"/>
          </a:p>
        </p:txBody>
      </p:sp>
      <p:grpSp>
        <p:nvGrpSpPr>
          <p:cNvPr id="2" name="Groupe 1">
            <a:extLst>
              <a:ext uri="{FF2B5EF4-FFF2-40B4-BE49-F238E27FC236}">
                <a16:creationId xmlns:a16="http://schemas.microsoft.com/office/drawing/2014/main" id="{BAE55BF0-67D0-8042-245C-545777EB9B46}"/>
              </a:ext>
            </a:extLst>
          </p:cNvPr>
          <p:cNvGrpSpPr/>
          <p:nvPr/>
        </p:nvGrpSpPr>
        <p:grpSpPr>
          <a:xfrm>
            <a:off x="2676442" y="4014651"/>
            <a:ext cx="6737523" cy="2676365"/>
            <a:chOff x="387529" y="1611087"/>
            <a:chExt cx="11571513" cy="4686834"/>
          </a:xfrm>
        </p:grpSpPr>
        <p:sp>
          <p:nvSpPr>
            <p:cNvPr id="13" name="Rectangle : coins arrondis 12">
              <a:extLst>
                <a:ext uri="{FF2B5EF4-FFF2-40B4-BE49-F238E27FC236}">
                  <a16:creationId xmlns:a16="http://schemas.microsoft.com/office/drawing/2014/main" id="{A3718B30-FE22-92FA-C109-EA09237DC531}"/>
                </a:ext>
              </a:extLst>
            </p:cNvPr>
            <p:cNvSpPr/>
            <p:nvPr/>
          </p:nvSpPr>
          <p:spPr>
            <a:xfrm>
              <a:off x="387529" y="2055223"/>
              <a:ext cx="5177247" cy="4023360"/>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050" dirty="0"/>
            </a:p>
          </p:txBody>
        </p:sp>
        <p:sp>
          <p:nvSpPr>
            <p:cNvPr id="14" name="ZoneTexte 13">
              <a:extLst>
                <a:ext uri="{FF2B5EF4-FFF2-40B4-BE49-F238E27FC236}">
                  <a16:creationId xmlns:a16="http://schemas.microsoft.com/office/drawing/2014/main" id="{9BA93957-DB69-81B6-6A4E-D3A6A0A4A866}"/>
                </a:ext>
              </a:extLst>
            </p:cNvPr>
            <p:cNvSpPr txBox="1"/>
            <p:nvPr/>
          </p:nvSpPr>
          <p:spPr>
            <a:xfrm>
              <a:off x="640079" y="1611087"/>
              <a:ext cx="1537339" cy="485079"/>
            </a:xfrm>
            <a:prstGeom prst="rect">
              <a:avLst/>
            </a:prstGeom>
            <a:noFill/>
          </p:spPr>
          <p:txBody>
            <a:bodyPr wrap="none" rtlCol="0">
              <a:spAutoFit/>
            </a:bodyPr>
            <a:lstStyle/>
            <a:p>
              <a:r>
                <a:rPr lang="fr-FR" sz="1200" dirty="0">
                  <a:solidFill>
                    <a:schemeClr val="accent4">
                      <a:lumMod val="75000"/>
                    </a:schemeClr>
                  </a:solidFill>
                </a:rPr>
                <a:t>Dépôt local</a:t>
              </a:r>
            </a:p>
          </p:txBody>
        </p:sp>
        <p:sp>
          <p:nvSpPr>
            <p:cNvPr id="15" name="ZoneTexte 14">
              <a:extLst>
                <a:ext uri="{FF2B5EF4-FFF2-40B4-BE49-F238E27FC236}">
                  <a16:creationId xmlns:a16="http://schemas.microsoft.com/office/drawing/2014/main" id="{6095E8FA-1EA6-876B-F594-0119B3302537}"/>
                </a:ext>
              </a:extLst>
            </p:cNvPr>
            <p:cNvSpPr txBox="1"/>
            <p:nvPr/>
          </p:nvSpPr>
          <p:spPr>
            <a:xfrm>
              <a:off x="9962604" y="4123509"/>
              <a:ext cx="1773225" cy="485079"/>
            </a:xfrm>
            <a:prstGeom prst="rect">
              <a:avLst/>
            </a:prstGeom>
            <a:noFill/>
          </p:spPr>
          <p:txBody>
            <a:bodyPr wrap="none" rtlCol="0">
              <a:spAutoFit/>
            </a:bodyPr>
            <a:lstStyle/>
            <a:p>
              <a:r>
                <a:rPr lang="fr-FR" sz="1200" dirty="0">
                  <a:solidFill>
                    <a:schemeClr val="accent1"/>
                  </a:solidFill>
                </a:rPr>
                <a:t>Dépôt distant</a:t>
              </a:r>
            </a:p>
          </p:txBody>
        </p:sp>
        <p:pic>
          <p:nvPicPr>
            <p:cNvPr id="17" name="Graphique 16" descr="Nuage">
              <a:extLst>
                <a:ext uri="{FF2B5EF4-FFF2-40B4-BE49-F238E27FC236}">
                  <a16:creationId xmlns:a16="http://schemas.microsoft.com/office/drawing/2014/main" id="{E13B7EF9-2E6A-AC17-7AE2-B2B16BF541F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688283" y="3990705"/>
              <a:ext cx="2270759" cy="2270759"/>
            </a:xfrm>
            <a:prstGeom prst="rect">
              <a:avLst/>
            </a:prstGeom>
          </p:spPr>
        </p:pic>
        <p:pic>
          <p:nvPicPr>
            <p:cNvPr id="18" name="Picture 4" descr="GitHub Logo, symbol, meaning, history, PNG, brand">
              <a:extLst>
                <a:ext uri="{FF2B5EF4-FFF2-40B4-BE49-F238E27FC236}">
                  <a16:creationId xmlns:a16="http://schemas.microsoft.com/office/drawing/2014/main" id="{81CB0247-E350-11AA-4B05-DF562B02466C}"/>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10126569" y="5592045"/>
              <a:ext cx="1255533" cy="705876"/>
            </a:xfrm>
            <a:prstGeom prst="rect">
              <a:avLst/>
            </a:prstGeom>
            <a:noFill/>
            <a:extLst>
              <a:ext uri="{909E8E84-426E-40DD-AFC4-6F175D3DCCD1}">
                <a14:hiddenFill xmlns:a14="http://schemas.microsoft.com/office/drawing/2010/main">
                  <a:solidFill>
                    <a:srgbClr val="FFFFFF"/>
                  </a:solidFill>
                </a14:hiddenFill>
              </a:ext>
            </a:extLst>
          </p:spPr>
        </p:pic>
        <p:sp>
          <p:nvSpPr>
            <p:cNvPr id="24" name="Rectangle : coins arrondis 23">
              <a:extLst>
                <a:ext uri="{FF2B5EF4-FFF2-40B4-BE49-F238E27FC236}">
                  <a16:creationId xmlns:a16="http://schemas.microsoft.com/office/drawing/2014/main" id="{9F2D5AE8-6385-C80F-69BD-4D3A481DDB80}"/>
                </a:ext>
              </a:extLst>
            </p:cNvPr>
            <p:cNvSpPr/>
            <p:nvPr/>
          </p:nvSpPr>
          <p:spPr>
            <a:xfrm>
              <a:off x="1726292" y="3592972"/>
              <a:ext cx="2880542" cy="812938"/>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r"/>
              <a:r>
                <a:rPr lang="fr-FR" sz="1050" dirty="0"/>
                <a:t>Stage (ou index)</a:t>
              </a:r>
            </a:p>
            <a:p>
              <a:pPr algn="r"/>
              <a:r>
                <a:rPr lang="fr-FR" sz="900" dirty="0">
                  <a:solidFill>
                    <a:schemeClr val="bg1">
                      <a:lumMod val="85000"/>
                    </a:schemeClr>
                  </a:solidFill>
                </a:rPr>
                <a:t>En attente de validation</a:t>
              </a:r>
              <a:endParaRPr lang="fr-FR" sz="1050" dirty="0">
                <a:solidFill>
                  <a:schemeClr val="bg1">
                    <a:lumMod val="85000"/>
                  </a:schemeClr>
                </a:solidFill>
              </a:endParaRPr>
            </a:p>
          </p:txBody>
        </p:sp>
        <p:cxnSp>
          <p:nvCxnSpPr>
            <p:cNvPr id="25" name="Connecteur : en arc 24">
              <a:extLst>
                <a:ext uri="{FF2B5EF4-FFF2-40B4-BE49-F238E27FC236}">
                  <a16:creationId xmlns:a16="http://schemas.microsoft.com/office/drawing/2014/main" id="{35984FCB-6974-BFDE-D1DF-971E09A66FCE}"/>
                </a:ext>
              </a:extLst>
            </p:cNvPr>
            <p:cNvCxnSpPr/>
            <p:nvPr/>
          </p:nvCxnSpPr>
          <p:spPr>
            <a:xfrm rot="10800000" flipV="1">
              <a:off x="1700166" y="2878688"/>
              <a:ext cx="14746" cy="1164295"/>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28" name="ZoneTexte 27">
              <a:extLst>
                <a:ext uri="{FF2B5EF4-FFF2-40B4-BE49-F238E27FC236}">
                  <a16:creationId xmlns:a16="http://schemas.microsoft.com/office/drawing/2014/main" id="{6D822288-45C2-89FA-C07B-14A42AB54E4C}"/>
                </a:ext>
              </a:extLst>
            </p:cNvPr>
            <p:cNvSpPr txBox="1"/>
            <p:nvPr/>
          </p:nvSpPr>
          <p:spPr>
            <a:xfrm>
              <a:off x="1097280" y="3265715"/>
              <a:ext cx="686075" cy="458130"/>
            </a:xfrm>
            <a:prstGeom prst="rect">
              <a:avLst/>
            </a:prstGeom>
            <a:noFill/>
          </p:spPr>
          <p:txBody>
            <a:bodyPr wrap="none" rtlCol="0">
              <a:spAutoFit/>
            </a:bodyPr>
            <a:lstStyle/>
            <a:p>
              <a:r>
                <a:rPr lang="fr-FR" sz="1100" dirty="0" err="1"/>
                <a:t>add</a:t>
              </a:r>
              <a:endParaRPr lang="fr-FR" sz="1100" dirty="0"/>
            </a:p>
          </p:txBody>
        </p:sp>
        <p:sp>
          <p:nvSpPr>
            <p:cNvPr id="29" name="Rectangle : coins arrondis 28">
              <a:extLst>
                <a:ext uri="{FF2B5EF4-FFF2-40B4-BE49-F238E27FC236}">
                  <a16:creationId xmlns:a16="http://schemas.microsoft.com/office/drawing/2014/main" id="{CC93830B-96BC-259A-85ED-23E58B834386}"/>
                </a:ext>
              </a:extLst>
            </p:cNvPr>
            <p:cNvSpPr/>
            <p:nvPr/>
          </p:nvSpPr>
          <p:spPr>
            <a:xfrm>
              <a:off x="1724298" y="2454802"/>
              <a:ext cx="2880740" cy="812938"/>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r"/>
              <a:r>
                <a:rPr lang="fr-FR" sz="1050" dirty="0"/>
                <a:t>Working directory</a:t>
              </a:r>
              <a:endParaRPr lang="fr-FR" sz="900" dirty="0">
                <a:solidFill>
                  <a:schemeClr val="bg1">
                    <a:lumMod val="85000"/>
                  </a:schemeClr>
                </a:solidFill>
              </a:endParaRPr>
            </a:p>
            <a:p>
              <a:pPr algn="r"/>
              <a:r>
                <a:rPr lang="fr-FR" sz="900" dirty="0">
                  <a:solidFill>
                    <a:schemeClr val="bg1">
                      <a:lumMod val="85000"/>
                    </a:schemeClr>
                  </a:solidFill>
                </a:rPr>
                <a:t>Zone de travail</a:t>
              </a:r>
              <a:endParaRPr lang="fr-FR" sz="1050" dirty="0">
                <a:solidFill>
                  <a:schemeClr val="bg1">
                    <a:lumMod val="85000"/>
                  </a:schemeClr>
                </a:solidFill>
              </a:endParaRPr>
            </a:p>
          </p:txBody>
        </p:sp>
        <p:cxnSp>
          <p:nvCxnSpPr>
            <p:cNvPr id="30" name="Connecteur : en arc 29">
              <a:extLst>
                <a:ext uri="{FF2B5EF4-FFF2-40B4-BE49-F238E27FC236}">
                  <a16:creationId xmlns:a16="http://schemas.microsoft.com/office/drawing/2014/main" id="{C6139387-A612-3E8E-FB5C-90F257ADE669}"/>
                </a:ext>
              </a:extLst>
            </p:cNvPr>
            <p:cNvCxnSpPr/>
            <p:nvPr/>
          </p:nvCxnSpPr>
          <p:spPr>
            <a:xfrm rot="10800000" flipV="1">
              <a:off x="1643560" y="4206745"/>
              <a:ext cx="14746" cy="1164295"/>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31" name="ZoneTexte 30">
              <a:extLst>
                <a:ext uri="{FF2B5EF4-FFF2-40B4-BE49-F238E27FC236}">
                  <a16:creationId xmlns:a16="http://schemas.microsoft.com/office/drawing/2014/main" id="{2D112233-DE17-07D9-256E-D6941E84D6EA}"/>
                </a:ext>
              </a:extLst>
            </p:cNvPr>
            <p:cNvSpPr txBox="1"/>
            <p:nvPr/>
          </p:nvSpPr>
          <p:spPr>
            <a:xfrm>
              <a:off x="971005" y="4517516"/>
              <a:ext cx="1066006" cy="458130"/>
            </a:xfrm>
            <a:prstGeom prst="rect">
              <a:avLst/>
            </a:prstGeom>
            <a:noFill/>
          </p:spPr>
          <p:txBody>
            <a:bodyPr wrap="none" rtlCol="0">
              <a:spAutoFit/>
            </a:bodyPr>
            <a:lstStyle/>
            <a:p>
              <a:r>
                <a:rPr lang="fr-FR" sz="1100" dirty="0"/>
                <a:t>commit</a:t>
              </a:r>
            </a:p>
          </p:txBody>
        </p:sp>
        <p:sp>
          <p:nvSpPr>
            <p:cNvPr id="32" name="Rectangle : coins arrondis 31">
              <a:extLst>
                <a:ext uri="{FF2B5EF4-FFF2-40B4-BE49-F238E27FC236}">
                  <a16:creationId xmlns:a16="http://schemas.microsoft.com/office/drawing/2014/main" id="{CAC075BD-5CC4-601B-B03F-5A9E9FA95268}"/>
                </a:ext>
              </a:extLst>
            </p:cNvPr>
            <p:cNvSpPr/>
            <p:nvPr/>
          </p:nvSpPr>
          <p:spPr>
            <a:xfrm>
              <a:off x="1703959" y="4870471"/>
              <a:ext cx="2929002" cy="812938"/>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r"/>
              <a:r>
                <a:rPr lang="fr-FR" sz="1050" dirty="0"/>
                <a:t>Repository</a:t>
              </a:r>
            </a:p>
            <a:p>
              <a:pPr algn="r"/>
              <a:r>
                <a:rPr lang="fr-FR" sz="900" dirty="0">
                  <a:solidFill>
                    <a:schemeClr val="bg1">
                      <a:lumMod val="85000"/>
                    </a:schemeClr>
                  </a:solidFill>
                </a:rPr>
                <a:t>Modifications enregistrées</a:t>
              </a:r>
            </a:p>
          </p:txBody>
        </p:sp>
        <p:pic>
          <p:nvPicPr>
            <p:cNvPr id="33" name="Graphique 32" descr="Document">
              <a:extLst>
                <a:ext uri="{FF2B5EF4-FFF2-40B4-BE49-F238E27FC236}">
                  <a16:creationId xmlns:a16="http://schemas.microsoft.com/office/drawing/2014/main" id="{6E3C4444-D520-6828-8A62-7A4AC5820D7E}"/>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232563" y="4990006"/>
              <a:ext cx="624841" cy="624841"/>
            </a:xfrm>
            <a:prstGeom prst="rect">
              <a:avLst/>
            </a:prstGeom>
          </p:spPr>
        </p:pic>
        <p:pic>
          <p:nvPicPr>
            <p:cNvPr id="34" name="Graphique 33" descr="Document">
              <a:extLst>
                <a:ext uri="{FF2B5EF4-FFF2-40B4-BE49-F238E27FC236}">
                  <a16:creationId xmlns:a16="http://schemas.microsoft.com/office/drawing/2014/main" id="{120EFCA7-04D5-A5DC-9994-501E5A4478FB}"/>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724596" y="4994353"/>
              <a:ext cx="624841" cy="624841"/>
            </a:xfrm>
            <a:prstGeom prst="rect">
              <a:avLst/>
            </a:prstGeom>
          </p:spPr>
        </p:pic>
        <p:sp>
          <p:nvSpPr>
            <p:cNvPr id="35" name="Flèche : bas 34">
              <a:extLst>
                <a:ext uri="{FF2B5EF4-FFF2-40B4-BE49-F238E27FC236}">
                  <a16:creationId xmlns:a16="http://schemas.microsoft.com/office/drawing/2014/main" id="{6ECB67E6-1CD2-2A4E-7B82-C8E691813D2A}"/>
                </a:ext>
              </a:extLst>
            </p:cNvPr>
            <p:cNvSpPr/>
            <p:nvPr/>
          </p:nvSpPr>
          <p:spPr>
            <a:xfrm rot="16200000">
              <a:off x="7563392" y="3400694"/>
              <a:ext cx="339637" cy="3849192"/>
            </a:xfrm>
            <a:prstGeom prst="downArrow">
              <a:avLst>
                <a:gd name="adj1" fmla="val 31481"/>
                <a:gd name="adj2" fmla="val 8023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100"/>
            </a:p>
          </p:txBody>
        </p:sp>
        <p:sp>
          <p:nvSpPr>
            <p:cNvPr id="36" name="ZoneTexte 35">
              <a:extLst>
                <a:ext uri="{FF2B5EF4-FFF2-40B4-BE49-F238E27FC236}">
                  <a16:creationId xmlns:a16="http://schemas.microsoft.com/office/drawing/2014/main" id="{19FE3153-340F-E40E-F328-9BF43D7A1C4F}"/>
                </a:ext>
              </a:extLst>
            </p:cNvPr>
            <p:cNvSpPr txBox="1"/>
            <p:nvPr/>
          </p:nvSpPr>
          <p:spPr>
            <a:xfrm>
              <a:off x="7175861" y="4789718"/>
              <a:ext cx="790694" cy="458130"/>
            </a:xfrm>
            <a:prstGeom prst="rect">
              <a:avLst/>
            </a:prstGeom>
            <a:noFill/>
          </p:spPr>
          <p:txBody>
            <a:bodyPr wrap="none" rtlCol="0">
              <a:spAutoFit/>
            </a:bodyPr>
            <a:lstStyle/>
            <a:p>
              <a:r>
                <a:rPr lang="fr-FR" sz="1100" dirty="0"/>
                <a:t>push</a:t>
              </a:r>
            </a:p>
          </p:txBody>
        </p:sp>
      </p:grpSp>
    </p:spTree>
    <p:extLst>
      <p:ext uri="{BB962C8B-B14F-4D97-AF65-F5344CB8AC3E}">
        <p14:creationId xmlns:p14="http://schemas.microsoft.com/office/powerpoint/2010/main" val="2614231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4465B75-E792-1169-CB5F-760F675293FB}"/>
              </a:ext>
            </a:extLst>
          </p:cNvPr>
          <p:cNvSpPr>
            <a:spLocks noGrp="1"/>
          </p:cNvSpPr>
          <p:nvPr>
            <p:ph type="title"/>
          </p:nvPr>
        </p:nvSpPr>
        <p:spPr/>
        <p:txBody>
          <a:bodyPr/>
          <a:lstStyle/>
          <a:p>
            <a:r>
              <a:rPr lang="fr-FR" dirty="0"/>
              <a:t>Authentification sur </a:t>
            </a:r>
          </a:p>
        </p:txBody>
      </p:sp>
      <p:pic>
        <p:nvPicPr>
          <p:cNvPr id="4" name="Picture 4" descr="GitHub Logo, symbol, meaning, history, PNG, brand">
            <a:extLst>
              <a:ext uri="{FF2B5EF4-FFF2-40B4-BE49-F238E27FC236}">
                <a16:creationId xmlns:a16="http://schemas.microsoft.com/office/drawing/2014/main" id="{52462B44-796C-3BAB-96E2-9E0D5169106B}"/>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5698263" y="433229"/>
            <a:ext cx="2066925" cy="1162050"/>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A8372E30-804F-DFF4-8A46-6184FDD59EFE}"/>
              </a:ext>
            </a:extLst>
          </p:cNvPr>
          <p:cNvSpPr txBox="1"/>
          <p:nvPr/>
        </p:nvSpPr>
        <p:spPr>
          <a:xfrm>
            <a:off x="2394856" y="1924594"/>
            <a:ext cx="6531429" cy="1200329"/>
          </a:xfrm>
          <a:prstGeom prst="rect">
            <a:avLst/>
          </a:prstGeom>
          <a:noFill/>
        </p:spPr>
        <p:txBody>
          <a:bodyPr wrap="square" rtlCol="0">
            <a:spAutoFit/>
          </a:bodyPr>
          <a:lstStyle/>
          <a:p>
            <a:pPr marL="285750" indent="-285750">
              <a:buFont typeface="Arial" panose="020B0604020202020204" pitchFamily="34" charset="0"/>
              <a:buChar char="•"/>
            </a:pPr>
            <a:r>
              <a:rPr lang="fr-FR" dirty="0"/>
              <a:t>Création d’une clé SSH pour authentification</a:t>
            </a:r>
          </a:p>
          <a:p>
            <a:pPr marL="285750" indent="-285750">
              <a:buFont typeface="Arial" panose="020B0604020202020204" pitchFamily="34" charset="0"/>
              <a:buChar char="•"/>
            </a:pPr>
            <a:r>
              <a:rPr lang="fr-FR" dirty="0" err="1">
                <a:solidFill>
                  <a:schemeClr val="bg1"/>
                </a:solidFill>
                <a:highlight>
                  <a:srgbClr val="000000"/>
                </a:highlight>
              </a:rPr>
              <a:t>ssh</a:t>
            </a:r>
            <a:r>
              <a:rPr lang="fr-FR" dirty="0">
                <a:solidFill>
                  <a:schemeClr val="bg1"/>
                </a:solidFill>
                <a:highlight>
                  <a:srgbClr val="000000"/>
                </a:highlight>
              </a:rPr>
              <a:t>-keygen –t ed25519 –C «monadressemail@toto.com»</a:t>
            </a:r>
          </a:p>
          <a:p>
            <a:pPr marL="285750" indent="-285750">
              <a:buFont typeface="Arial" panose="020B0604020202020204" pitchFamily="34" charset="0"/>
              <a:buChar char="•"/>
            </a:pPr>
            <a:r>
              <a:rPr lang="fr-FR" dirty="0"/>
              <a:t>Pas de </a:t>
            </a:r>
            <a:r>
              <a:rPr lang="fr-FR" dirty="0" err="1"/>
              <a:t>passphrase</a:t>
            </a:r>
            <a:endParaRPr lang="fr-FR" dirty="0"/>
          </a:p>
          <a:p>
            <a:pPr marL="285750" indent="-285750">
              <a:buFont typeface="Arial" panose="020B0604020202020204" pitchFamily="34" charset="0"/>
              <a:buChar char="•"/>
            </a:pPr>
            <a:r>
              <a:rPr lang="fr-FR" dirty="0"/>
              <a:t>Copier le contenu de la clé publique</a:t>
            </a:r>
          </a:p>
        </p:txBody>
      </p:sp>
      <p:pic>
        <p:nvPicPr>
          <p:cNvPr id="7" name="Image 6">
            <a:extLst>
              <a:ext uri="{FF2B5EF4-FFF2-40B4-BE49-F238E27FC236}">
                <a16:creationId xmlns:a16="http://schemas.microsoft.com/office/drawing/2014/main" id="{B7227B41-E507-A9EC-F708-A31E2706E572}"/>
              </a:ext>
            </a:extLst>
          </p:cNvPr>
          <p:cNvPicPr>
            <a:picLocks noChangeAspect="1"/>
          </p:cNvPicPr>
          <p:nvPr/>
        </p:nvPicPr>
        <p:blipFill>
          <a:blip r:embed="rId3"/>
          <a:stretch>
            <a:fillRect/>
          </a:stretch>
        </p:blipFill>
        <p:spPr>
          <a:xfrm>
            <a:off x="2595154" y="3272079"/>
            <a:ext cx="6723017" cy="3363281"/>
          </a:xfrm>
          <a:prstGeom prst="rect">
            <a:avLst/>
          </a:prstGeom>
        </p:spPr>
      </p:pic>
    </p:spTree>
    <p:extLst>
      <p:ext uri="{BB962C8B-B14F-4D97-AF65-F5344CB8AC3E}">
        <p14:creationId xmlns:p14="http://schemas.microsoft.com/office/powerpoint/2010/main" val="2784255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4465B75-E792-1169-CB5F-760F675293FB}"/>
              </a:ext>
            </a:extLst>
          </p:cNvPr>
          <p:cNvSpPr>
            <a:spLocks noGrp="1"/>
          </p:cNvSpPr>
          <p:nvPr>
            <p:ph type="title"/>
          </p:nvPr>
        </p:nvSpPr>
        <p:spPr/>
        <p:txBody>
          <a:bodyPr/>
          <a:lstStyle/>
          <a:p>
            <a:r>
              <a:rPr lang="fr-FR" dirty="0"/>
              <a:t>Authentification sur </a:t>
            </a:r>
          </a:p>
        </p:txBody>
      </p:sp>
      <p:pic>
        <p:nvPicPr>
          <p:cNvPr id="4" name="Picture 4" descr="GitHub Logo, symbol, meaning, history, PNG, brand">
            <a:extLst>
              <a:ext uri="{FF2B5EF4-FFF2-40B4-BE49-F238E27FC236}">
                <a16:creationId xmlns:a16="http://schemas.microsoft.com/office/drawing/2014/main" id="{52462B44-796C-3BAB-96E2-9E0D5169106B}"/>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5698263" y="433229"/>
            <a:ext cx="2066925" cy="1162050"/>
          </a:xfrm>
          <a:prstGeom prst="rect">
            <a:avLst/>
          </a:prstGeom>
          <a:noFill/>
          <a:extLst>
            <a:ext uri="{909E8E84-426E-40DD-AFC4-6F175D3DCCD1}">
              <a14:hiddenFill xmlns:a14="http://schemas.microsoft.com/office/drawing/2010/main">
                <a:solidFill>
                  <a:srgbClr val="FFFFFF"/>
                </a:solidFill>
              </a14:hiddenFill>
            </a:ext>
          </a:extLst>
        </p:spPr>
      </p:pic>
      <p:pic>
        <p:nvPicPr>
          <p:cNvPr id="6" name="Image 5">
            <a:extLst>
              <a:ext uri="{FF2B5EF4-FFF2-40B4-BE49-F238E27FC236}">
                <a16:creationId xmlns:a16="http://schemas.microsoft.com/office/drawing/2014/main" id="{E2EBBCAF-0984-AC53-CF98-B6B2783498C9}"/>
              </a:ext>
            </a:extLst>
          </p:cNvPr>
          <p:cNvPicPr>
            <a:picLocks noChangeAspect="1"/>
          </p:cNvPicPr>
          <p:nvPr/>
        </p:nvPicPr>
        <p:blipFill>
          <a:blip r:embed="rId3"/>
          <a:stretch>
            <a:fillRect/>
          </a:stretch>
        </p:blipFill>
        <p:spPr>
          <a:xfrm>
            <a:off x="1584959" y="1560861"/>
            <a:ext cx="8132093" cy="4731081"/>
          </a:xfrm>
          <a:prstGeom prst="rect">
            <a:avLst/>
          </a:prstGeom>
        </p:spPr>
      </p:pic>
    </p:spTree>
    <p:extLst>
      <p:ext uri="{BB962C8B-B14F-4D97-AF65-F5344CB8AC3E}">
        <p14:creationId xmlns:p14="http://schemas.microsoft.com/office/powerpoint/2010/main" val="19895430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4465B75-E792-1169-CB5F-760F675293FB}"/>
              </a:ext>
            </a:extLst>
          </p:cNvPr>
          <p:cNvSpPr>
            <a:spLocks noGrp="1"/>
          </p:cNvSpPr>
          <p:nvPr>
            <p:ph type="title"/>
          </p:nvPr>
        </p:nvSpPr>
        <p:spPr/>
        <p:txBody>
          <a:bodyPr/>
          <a:lstStyle/>
          <a:p>
            <a:r>
              <a:rPr lang="fr-FR" dirty="0"/>
              <a:t>Authentification sur </a:t>
            </a:r>
          </a:p>
        </p:txBody>
      </p:sp>
      <p:pic>
        <p:nvPicPr>
          <p:cNvPr id="4" name="Picture 4" descr="GitHub Logo, symbol, meaning, history, PNG, brand">
            <a:extLst>
              <a:ext uri="{FF2B5EF4-FFF2-40B4-BE49-F238E27FC236}">
                <a16:creationId xmlns:a16="http://schemas.microsoft.com/office/drawing/2014/main" id="{52462B44-796C-3BAB-96E2-9E0D5169106B}"/>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5698263" y="433229"/>
            <a:ext cx="2066925" cy="1162050"/>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 4">
            <a:extLst>
              <a:ext uri="{FF2B5EF4-FFF2-40B4-BE49-F238E27FC236}">
                <a16:creationId xmlns:a16="http://schemas.microsoft.com/office/drawing/2014/main" id="{7C71E686-97C1-6BCB-6D84-C4C0418A3126}"/>
              </a:ext>
            </a:extLst>
          </p:cNvPr>
          <p:cNvPicPr>
            <a:picLocks noChangeAspect="1"/>
          </p:cNvPicPr>
          <p:nvPr/>
        </p:nvPicPr>
        <p:blipFill>
          <a:blip r:embed="rId3"/>
          <a:stretch>
            <a:fillRect/>
          </a:stretch>
        </p:blipFill>
        <p:spPr>
          <a:xfrm>
            <a:off x="1158238" y="1949717"/>
            <a:ext cx="10040983" cy="3942472"/>
          </a:xfrm>
          <a:prstGeom prst="rect">
            <a:avLst/>
          </a:prstGeom>
        </p:spPr>
      </p:pic>
    </p:spTree>
    <p:extLst>
      <p:ext uri="{BB962C8B-B14F-4D97-AF65-F5344CB8AC3E}">
        <p14:creationId xmlns:p14="http://schemas.microsoft.com/office/powerpoint/2010/main" val="2484430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4465B75-E792-1169-CB5F-760F675293FB}"/>
              </a:ext>
            </a:extLst>
          </p:cNvPr>
          <p:cNvSpPr>
            <a:spLocks noGrp="1"/>
          </p:cNvSpPr>
          <p:nvPr>
            <p:ph type="title"/>
          </p:nvPr>
        </p:nvSpPr>
        <p:spPr/>
        <p:txBody>
          <a:bodyPr/>
          <a:lstStyle/>
          <a:p>
            <a:r>
              <a:rPr lang="fr-FR" dirty="0"/>
              <a:t>Création d’un dépôt sur </a:t>
            </a:r>
          </a:p>
        </p:txBody>
      </p:sp>
      <p:pic>
        <p:nvPicPr>
          <p:cNvPr id="4" name="Picture 4" descr="GitHub Logo, symbol, meaning, history, PNG, brand">
            <a:extLst>
              <a:ext uri="{FF2B5EF4-FFF2-40B4-BE49-F238E27FC236}">
                <a16:creationId xmlns:a16="http://schemas.microsoft.com/office/drawing/2014/main" id="{52462B44-796C-3BAB-96E2-9E0D5169106B}"/>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464617" y="441938"/>
            <a:ext cx="2066925" cy="1162050"/>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59847E82-C8A3-8B8D-8AB0-7AB9A9BE9851}"/>
              </a:ext>
            </a:extLst>
          </p:cNvPr>
          <p:cNvSpPr txBox="1"/>
          <p:nvPr/>
        </p:nvSpPr>
        <p:spPr>
          <a:xfrm>
            <a:off x="775063" y="2082075"/>
            <a:ext cx="10624456" cy="1077218"/>
          </a:xfrm>
          <a:prstGeom prst="rect">
            <a:avLst/>
          </a:prstGeom>
          <a:solidFill>
            <a:schemeClr val="tx1"/>
          </a:solidFill>
        </p:spPr>
        <p:txBody>
          <a:bodyPr wrap="square">
            <a:spAutoFit/>
          </a:bodyPr>
          <a:lstStyle/>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(master)</a:t>
            </a:r>
          </a:p>
          <a:p>
            <a:r>
              <a:rPr lang="fr-FR" sz="1600" b="0" i="0" dirty="0">
                <a:solidFill>
                  <a:srgbClr val="FFFFFF"/>
                </a:solidFill>
                <a:effectLst/>
                <a:latin typeface="Courier New" panose="02070309020205020404" pitchFamily="49" charset="0"/>
              </a:rPr>
              <a:t>$ git </a:t>
            </a:r>
            <a:r>
              <a:rPr lang="fr-FR" sz="1600" b="0" i="0" dirty="0" err="1">
                <a:solidFill>
                  <a:srgbClr val="FFFFFF"/>
                </a:solidFill>
                <a:effectLst/>
                <a:latin typeface="Courier New" panose="02070309020205020404" pitchFamily="49" charset="0"/>
              </a:rPr>
              <a:t>remote</a:t>
            </a:r>
            <a:r>
              <a:rPr lang="fr-FR" sz="1600" b="0" i="0" dirty="0">
                <a:solidFill>
                  <a:srgbClr val="FFFFFF"/>
                </a:solidFill>
                <a:effectLst/>
                <a:latin typeface="Courier New" panose="02070309020205020404" pitchFamily="49" charset="0"/>
              </a:rPr>
              <a:t> </a:t>
            </a:r>
            <a:r>
              <a:rPr lang="fr-FR" sz="1600" b="0" i="0" dirty="0" err="1">
                <a:solidFill>
                  <a:srgbClr val="FFFFFF"/>
                </a:solidFill>
                <a:effectLst/>
                <a:latin typeface="Courier New" panose="02070309020205020404" pitchFamily="49" charset="0"/>
              </a:rPr>
              <a:t>add</a:t>
            </a:r>
            <a:r>
              <a:rPr lang="fr-FR" sz="1600" b="0" i="0" dirty="0">
                <a:solidFill>
                  <a:srgbClr val="FFFFFF"/>
                </a:solidFill>
                <a:effectLst/>
                <a:latin typeface="Courier New" panose="02070309020205020404" pitchFamily="49" charset="0"/>
              </a:rPr>
              <a:t> </a:t>
            </a:r>
            <a:r>
              <a:rPr lang="fr-FR" sz="1600" b="0" i="0" dirty="0" err="1">
                <a:solidFill>
                  <a:srgbClr val="FFFFFF"/>
                </a:solidFill>
                <a:effectLst/>
                <a:latin typeface="Courier New" panose="02070309020205020404" pitchFamily="49" charset="0"/>
              </a:rPr>
              <a:t>origin</a:t>
            </a:r>
            <a:r>
              <a:rPr lang="fr-FR" sz="1600" b="0" i="0" dirty="0">
                <a:solidFill>
                  <a:srgbClr val="FFFFFF"/>
                </a:solidFill>
                <a:effectLst/>
                <a:latin typeface="Courier New" panose="02070309020205020404" pitchFamily="49" charset="0"/>
              </a:rPr>
              <a:t> git@github.com:........</a:t>
            </a:r>
            <a:r>
              <a:rPr lang="fr-FR" sz="1600" b="0" i="0" dirty="0">
                <a:solidFill>
                  <a:srgbClr val="00B0F0"/>
                </a:solidFill>
                <a:effectLst/>
                <a:latin typeface="Courier New" panose="02070309020205020404" pitchFamily="49" charset="0"/>
              </a:rPr>
              <a:t>//Lien entre projet GitHub et Git</a:t>
            </a:r>
            <a:endParaRPr lang="fr-FR" sz="1600" b="0" i="0" dirty="0">
              <a:solidFill>
                <a:srgbClr val="FFFFFF"/>
              </a:solidFill>
              <a:effectLst/>
              <a:latin typeface="Courier New" panose="02070309020205020404" pitchFamily="49" charset="0"/>
            </a:endParaRP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(master)</a:t>
            </a:r>
            <a:endParaRPr lang="fr-FR" sz="1600" b="0" i="0" dirty="0">
              <a:solidFill>
                <a:srgbClr val="FFFF00"/>
              </a:solidFill>
              <a:effectLst/>
              <a:latin typeface="Courier New" panose="02070309020205020404" pitchFamily="49" charset="0"/>
            </a:endParaRPr>
          </a:p>
          <a:p>
            <a:r>
              <a:rPr lang="fr-FR" sz="1600" b="0" i="0" dirty="0">
                <a:solidFill>
                  <a:srgbClr val="FFFFFF"/>
                </a:solidFill>
                <a:effectLst/>
                <a:latin typeface="Courier New" panose="02070309020205020404" pitchFamily="49" charset="0"/>
              </a:rPr>
              <a:t>$ git push </a:t>
            </a:r>
            <a:r>
              <a:rPr lang="fr-FR" sz="1600" b="0" i="0" dirty="0" err="1">
                <a:solidFill>
                  <a:srgbClr val="FFFFFF"/>
                </a:solidFill>
                <a:effectLst/>
                <a:latin typeface="Courier New" panose="02070309020205020404" pitchFamily="49" charset="0"/>
              </a:rPr>
              <a:t>origin</a:t>
            </a:r>
            <a:r>
              <a:rPr lang="fr-FR" sz="1600" b="0" i="0" dirty="0">
                <a:solidFill>
                  <a:srgbClr val="FFFFFF"/>
                </a:solidFill>
                <a:effectLst/>
                <a:latin typeface="Courier New" panose="02070309020205020404" pitchFamily="49" charset="0"/>
              </a:rPr>
              <a:t> master </a:t>
            </a:r>
            <a:r>
              <a:rPr lang="fr-FR" sz="1600" b="0" i="0" dirty="0">
                <a:solidFill>
                  <a:srgbClr val="00B0F0"/>
                </a:solidFill>
                <a:effectLst/>
                <a:latin typeface="Courier New" panose="02070309020205020404" pitchFamily="49" charset="0"/>
              </a:rPr>
              <a:t>//Envoi des modifications au dépôt distant</a:t>
            </a:r>
            <a:endParaRPr lang="fr-FR" sz="1600" dirty="0"/>
          </a:p>
        </p:txBody>
      </p:sp>
    </p:spTree>
    <p:extLst>
      <p:ext uri="{BB962C8B-B14F-4D97-AF65-F5344CB8AC3E}">
        <p14:creationId xmlns:p14="http://schemas.microsoft.com/office/powerpoint/2010/main" val="172798989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ZoneTexte 3">
            <a:extLst>
              <a:ext uri="{FF2B5EF4-FFF2-40B4-BE49-F238E27FC236}">
                <a16:creationId xmlns:a16="http://schemas.microsoft.com/office/drawing/2014/main" id="{12D00488-109F-00CC-F29F-5E7D47B991D2}"/>
              </a:ext>
            </a:extLst>
          </p:cNvPr>
          <p:cNvSpPr txBox="1"/>
          <p:nvPr/>
        </p:nvSpPr>
        <p:spPr>
          <a:xfrm>
            <a:off x="775063" y="2082075"/>
            <a:ext cx="10624456" cy="3046988"/>
          </a:xfrm>
          <a:prstGeom prst="rect">
            <a:avLst/>
          </a:prstGeom>
          <a:solidFill>
            <a:schemeClr val="tx1"/>
          </a:solidFill>
        </p:spPr>
        <p:txBody>
          <a:bodyPr wrap="square">
            <a:spAutoFit/>
          </a:bodyPr>
          <a:lstStyle/>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(master)</a:t>
            </a:r>
          </a:p>
          <a:p>
            <a:r>
              <a:rPr lang="fr-FR" sz="1600" b="0" i="0" dirty="0">
                <a:solidFill>
                  <a:srgbClr val="FFFFFF"/>
                </a:solidFill>
                <a:effectLst/>
                <a:latin typeface="Courier New" panose="02070309020205020404" pitchFamily="49" charset="0"/>
              </a:rPr>
              <a:t>$ git </a:t>
            </a:r>
            <a:r>
              <a:rPr lang="fr-FR" sz="1600" b="0" i="0" dirty="0" err="1">
                <a:solidFill>
                  <a:srgbClr val="FFFFFF"/>
                </a:solidFill>
                <a:effectLst/>
                <a:latin typeface="Courier New" panose="02070309020205020404" pitchFamily="49" charset="0"/>
              </a:rPr>
              <a:t>branch</a:t>
            </a:r>
            <a:r>
              <a:rPr lang="fr-FR" sz="1600" b="0" i="0" dirty="0">
                <a:solidFill>
                  <a:srgbClr val="FFFFFF"/>
                </a:solidFill>
                <a:effectLst/>
                <a:latin typeface="Courier New" panose="02070309020205020404" pitchFamily="49" charset="0"/>
              </a:rPr>
              <a:t> </a:t>
            </a:r>
            <a:r>
              <a:rPr lang="fr-FR" sz="1600" b="0" i="0" dirty="0">
                <a:solidFill>
                  <a:srgbClr val="00B0F0"/>
                </a:solidFill>
                <a:effectLst/>
                <a:latin typeface="Courier New" panose="02070309020205020404" pitchFamily="49" charset="0"/>
              </a:rPr>
              <a:t>//</a:t>
            </a:r>
            <a:r>
              <a:rPr lang="fr-FR" sz="1600" dirty="0">
                <a:solidFill>
                  <a:srgbClr val="00B0F0"/>
                </a:solidFill>
                <a:latin typeface="Courier New" panose="02070309020205020404" pitchFamily="49" charset="0"/>
              </a:rPr>
              <a:t>Liste des branches</a:t>
            </a:r>
            <a:endParaRPr lang="fr-FR" sz="1600" b="0" i="0" dirty="0">
              <a:solidFill>
                <a:srgbClr val="FFFFFF"/>
              </a:solidFill>
              <a:effectLst/>
              <a:latin typeface="Courier New" panose="02070309020205020404" pitchFamily="49" charset="0"/>
            </a:endParaRP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(master)</a:t>
            </a:r>
            <a:endParaRPr lang="fr-FR" sz="1600" b="0" i="0" dirty="0">
              <a:solidFill>
                <a:srgbClr val="FFFF00"/>
              </a:solidFill>
              <a:effectLst/>
              <a:latin typeface="Courier New" panose="02070309020205020404" pitchFamily="49" charset="0"/>
            </a:endParaRPr>
          </a:p>
          <a:p>
            <a:r>
              <a:rPr lang="fr-FR" sz="1600" b="0" i="0" dirty="0">
                <a:solidFill>
                  <a:srgbClr val="FFFFFF"/>
                </a:solidFill>
                <a:effectLst/>
                <a:latin typeface="Courier New" panose="02070309020205020404" pitchFamily="49" charset="0"/>
              </a:rPr>
              <a:t>$ git </a:t>
            </a:r>
            <a:r>
              <a:rPr lang="fr-FR" sz="1600" b="0" i="0" dirty="0" err="1">
                <a:solidFill>
                  <a:srgbClr val="FFFFFF"/>
                </a:solidFill>
                <a:effectLst/>
                <a:latin typeface="Courier New" panose="02070309020205020404" pitchFamily="49" charset="0"/>
              </a:rPr>
              <a:t>branch</a:t>
            </a:r>
            <a:r>
              <a:rPr lang="fr-FR" sz="1600" b="0" i="0" dirty="0">
                <a:solidFill>
                  <a:srgbClr val="FFFFFF"/>
                </a:solidFill>
                <a:effectLst/>
                <a:latin typeface="Courier New" panose="02070309020205020404" pitchFamily="49" charset="0"/>
              </a:rPr>
              <a:t> feature1 </a:t>
            </a:r>
            <a:r>
              <a:rPr lang="fr-FR" sz="1600" b="0" i="0" dirty="0">
                <a:solidFill>
                  <a:srgbClr val="00B0F0"/>
                </a:solidFill>
                <a:effectLst/>
                <a:latin typeface="Courier New" panose="02070309020205020404" pitchFamily="49" charset="0"/>
              </a:rPr>
              <a:t>//Création d’une nouvelle branche « feature1 »</a:t>
            </a: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(master)</a:t>
            </a:r>
            <a:endParaRPr lang="fr-FR" sz="1600" b="0" i="0" dirty="0">
              <a:solidFill>
                <a:srgbClr val="FFFF00"/>
              </a:solidFill>
              <a:effectLst/>
              <a:latin typeface="Courier New" panose="02070309020205020404" pitchFamily="49" charset="0"/>
            </a:endParaRPr>
          </a:p>
          <a:p>
            <a:r>
              <a:rPr lang="fr-FR" sz="1600" b="0" i="0" dirty="0">
                <a:solidFill>
                  <a:srgbClr val="FFFFFF"/>
                </a:solidFill>
                <a:effectLst/>
                <a:latin typeface="Courier New" panose="02070309020205020404" pitchFamily="49" charset="0"/>
              </a:rPr>
              <a:t>$ git </a:t>
            </a:r>
            <a:r>
              <a:rPr lang="fr-FR" sz="1600" b="0" i="0" dirty="0" err="1">
                <a:solidFill>
                  <a:srgbClr val="FFFFFF"/>
                </a:solidFill>
                <a:effectLst/>
                <a:latin typeface="Courier New" panose="02070309020205020404" pitchFamily="49" charset="0"/>
              </a:rPr>
              <a:t>checkout</a:t>
            </a:r>
            <a:r>
              <a:rPr lang="fr-FR" sz="1600" b="0" i="0" dirty="0">
                <a:solidFill>
                  <a:srgbClr val="FFFFFF"/>
                </a:solidFill>
                <a:effectLst/>
                <a:latin typeface="Courier New" panose="02070309020205020404" pitchFamily="49" charset="0"/>
              </a:rPr>
              <a:t> feature1 </a:t>
            </a:r>
            <a:r>
              <a:rPr lang="fr-FR" sz="1600" b="0" i="0" dirty="0">
                <a:solidFill>
                  <a:srgbClr val="00B0F0"/>
                </a:solidFill>
                <a:effectLst/>
                <a:latin typeface="Courier New" panose="02070309020205020404" pitchFamily="49" charset="0"/>
              </a:rPr>
              <a:t>//Se positionner dans la branche « feature1 »</a:t>
            </a: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(feature1)</a:t>
            </a:r>
            <a:endParaRPr lang="fr-FR" sz="1600" b="0" i="0" dirty="0">
              <a:solidFill>
                <a:srgbClr val="FFFF00"/>
              </a:solidFill>
              <a:effectLst/>
              <a:latin typeface="Courier New" panose="02070309020205020404" pitchFamily="49" charset="0"/>
            </a:endParaRPr>
          </a:p>
          <a:p>
            <a:r>
              <a:rPr lang="fr-FR" sz="1600" b="0" i="0" dirty="0">
                <a:solidFill>
                  <a:srgbClr val="FFFFFF"/>
                </a:solidFill>
                <a:effectLst/>
                <a:latin typeface="Courier New" panose="02070309020205020404" pitchFamily="49" charset="0"/>
              </a:rPr>
              <a:t>$ git </a:t>
            </a:r>
            <a:r>
              <a:rPr lang="fr-FR" sz="1600" b="0" i="0" dirty="0" err="1">
                <a:solidFill>
                  <a:srgbClr val="FFFFFF"/>
                </a:solidFill>
                <a:effectLst/>
                <a:latin typeface="Courier New" panose="02070309020205020404" pitchFamily="49" charset="0"/>
              </a:rPr>
              <a:t>branch</a:t>
            </a:r>
            <a:r>
              <a:rPr lang="fr-FR" sz="1600" b="0" i="0" dirty="0">
                <a:solidFill>
                  <a:srgbClr val="FFFFFF"/>
                </a:solidFill>
                <a:effectLst/>
                <a:latin typeface="Courier New" panose="02070309020205020404" pitchFamily="49" charset="0"/>
              </a:rPr>
              <a:t> </a:t>
            </a:r>
            <a:r>
              <a:rPr lang="fr-FR" sz="1600" b="0" i="0" dirty="0">
                <a:solidFill>
                  <a:srgbClr val="00B0F0"/>
                </a:solidFill>
                <a:effectLst/>
                <a:latin typeface="Courier New" panose="02070309020205020404" pitchFamily="49" charset="0"/>
              </a:rPr>
              <a:t>//</a:t>
            </a:r>
            <a:r>
              <a:rPr lang="fr-FR" sz="1600" dirty="0">
                <a:solidFill>
                  <a:srgbClr val="00B0F0"/>
                </a:solidFill>
                <a:latin typeface="Courier New" panose="02070309020205020404" pitchFamily="49" charset="0"/>
              </a:rPr>
              <a:t>Liste des branches</a:t>
            </a:r>
          </a:p>
          <a:p>
            <a:endParaRPr lang="fr-FR" sz="1600" dirty="0">
              <a:solidFill>
                <a:srgbClr val="00B0F0"/>
              </a:solidFill>
              <a:latin typeface="Courier New" panose="02070309020205020404" pitchFamily="49" charset="0"/>
            </a:endParaRPr>
          </a:p>
          <a:p>
            <a:r>
              <a:rPr lang="fr-FR" sz="1600" b="0" i="0" dirty="0">
                <a:solidFill>
                  <a:srgbClr val="00B0F0"/>
                </a:solidFill>
                <a:effectLst/>
                <a:latin typeface="Courier New" panose="02070309020205020404" pitchFamily="49" charset="0"/>
              </a:rPr>
              <a:t>//Faites des modifications dans votre branche et partager les au dépôt distant</a:t>
            </a:r>
            <a:endParaRPr lang="fr-FR" sz="1600" dirty="0"/>
          </a:p>
          <a:p>
            <a:endParaRPr lang="fr-FR" sz="1600" dirty="0"/>
          </a:p>
          <a:p>
            <a:endParaRPr lang="fr-FR" sz="1600" dirty="0"/>
          </a:p>
        </p:txBody>
      </p:sp>
      <p:sp>
        <p:nvSpPr>
          <p:cNvPr id="7" name="Titre 1">
            <a:extLst>
              <a:ext uri="{FF2B5EF4-FFF2-40B4-BE49-F238E27FC236}">
                <a16:creationId xmlns:a16="http://schemas.microsoft.com/office/drawing/2014/main" id="{C6C82393-949F-93A8-625A-5187A1CDD05A}"/>
              </a:ext>
            </a:extLst>
          </p:cNvPr>
          <p:cNvSpPr>
            <a:spLocks noGrp="1"/>
          </p:cNvSpPr>
          <p:nvPr>
            <p:ph type="title"/>
          </p:nvPr>
        </p:nvSpPr>
        <p:spPr>
          <a:xfrm>
            <a:off x="838200" y="365125"/>
            <a:ext cx="10515600" cy="1325563"/>
          </a:xfrm>
        </p:spPr>
        <p:txBody>
          <a:bodyPr/>
          <a:lstStyle/>
          <a:p>
            <a:r>
              <a:rPr lang="fr-FR" dirty="0"/>
              <a:t>Collaborer avec un dépôt distant</a:t>
            </a:r>
          </a:p>
        </p:txBody>
      </p:sp>
    </p:spTree>
    <p:extLst>
      <p:ext uri="{BB962C8B-B14F-4D97-AF65-F5344CB8AC3E}">
        <p14:creationId xmlns:p14="http://schemas.microsoft.com/office/powerpoint/2010/main" val="25692649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3C44CA0D-BFCC-7D03-F79B-A55AC96CDE57}"/>
              </a:ext>
            </a:extLst>
          </p:cNvPr>
          <p:cNvSpPr txBox="1"/>
          <p:nvPr/>
        </p:nvSpPr>
        <p:spPr>
          <a:xfrm>
            <a:off x="1515289" y="1183086"/>
            <a:ext cx="9379134" cy="2031325"/>
          </a:xfrm>
          <a:prstGeom prst="rect">
            <a:avLst/>
          </a:prstGeom>
          <a:noFill/>
        </p:spPr>
        <p:txBody>
          <a:bodyPr wrap="square">
            <a:spAutoFit/>
          </a:bodyPr>
          <a:lstStyle/>
          <a:p>
            <a:pPr marL="285750" indent="-285750" algn="l">
              <a:buFont typeface="Arial" panose="020B0604020202020204" pitchFamily="34" charset="0"/>
              <a:buChar char="•"/>
            </a:pPr>
            <a:r>
              <a:rPr lang="fr-FR" b="0" i="0" dirty="0">
                <a:solidFill>
                  <a:srgbClr val="271A38"/>
                </a:solidFill>
                <a:effectLst/>
                <a:latin typeface="Inter"/>
              </a:rPr>
              <a:t>git clone permet de récupérer un dépôt distant pour collaborer en local</a:t>
            </a:r>
          </a:p>
          <a:p>
            <a:pPr marL="285750" indent="-285750" algn="l">
              <a:buFont typeface="Arial" panose="020B0604020202020204" pitchFamily="34" charset="0"/>
              <a:buChar char="•"/>
            </a:pPr>
            <a:r>
              <a:rPr lang="fr-FR" b="0" i="0" dirty="0">
                <a:solidFill>
                  <a:srgbClr val="271A38"/>
                </a:solidFill>
                <a:effectLst/>
                <a:latin typeface="Inter"/>
              </a:rPr>
              <a:t>git </a:t>
            </a:r>
            <a:r>
              <a:rPr lang="fr-FR" b="0" i="0" dirty="0" err="1">
                <a:solidFill>
                  <a:srgbClr val="271A38"/>
                </a:solidFill>
                <a:effectLst/>
                <a:latin typeface="Inter"/>
              </a:rPr>
              <a:t>add</a:t>
            </a:r>
            <a:r>
              <a:rPr lang="fr-FR" b="0" i="0" dirty="0">
                <a:solidFill>
                  <a:srgbClr val="271A38"/>
                </a:solidFill>
                <a:effectLst/>
                <a:latin typeface="Inter"/>
              </a:rPr>
              <a:t> permet d’ajouter des fichiers dans l’index, qui est une zone intermédiaire dans laquelle stocker les fichiers modifiés.</a:t>
            </a:r>
          </a:p>
          <a:p>
            <a:pPr marL="285750" indent="-285750" algn="l">
              <a:buFont typeface="Arial" panose="020B0604020202020204" pitchFamily="34" charset="0"/>
              <a:buChar char="•"/>
            </a:pPr>
            <a:r>
              <a:rPr lang="fr-FR" b="0" i="0" dirty="0">
                <a:solidFill>
                  <a:srgbClr val="271A38"/>
                </a:solidFill>
                <a:effectLst/>
                <a:latin typeface="Inter"/>
              </a:rPr>
              <a:t>git commit permet de créer une nouvelle version avec les fichiers situés dans l’index.</a:t>
            </a:r>
          </a:p>
          <a:p>
            <a:pPr marL="285750" indent="-285750" algn="l">
              <a:buFont typeface="Arial" panose="020B0604020202020204" pitchFamily="34" charset="0"/>
              <a:buChar char="•"/>
            </a:pPr>
            <a:r>
              <a:rPr lang="fr-FR" b="0" i="0" dirty="0">
                <a:solidFill>
                  <a:srgbClr val="271A38"/>
                </a:solidFill>
                <a:effectLst/>
                <a:latin typeface="Inter"/>
              </a:rPr>
              <a:t>git commit -m permet de créer une nouvelle version et de préciser le message rattaché au commit.</a:t>
            </a:r>
          </a:p>
          <a:p>
            <a:pPr marL="285750" indent="-285750" algn="l">
              <a:buFont typeface="Arial" panose="020B0604020202020204" pitchFamily="34" charset="0"/>
              <a:buChar char="•"/>
            </a:pPr>
            <a:r>
              <a:rPr lang="fr-FR" b="0" i="0" dirty="0">
                <a:solidFill>
                  <a:srgbClr val="271A38"/>
                </a:solidFill>
                <a:effectLst/>
                <a:latin typeface="Inter"/>
              </a:rPr>
              <a:t>git push permet d’envoyer les modifications faites en local vers un dépôt distant. </a:t>
            </a:r>
          </a:p>
        </p:txBody>
      </p:sp>
      <p:grpSp>
        <p:nvGrpSpPr>
          <p:cNvPr id="6" name="Groupe 5">
            <a:extLst>
              <a:ext uri="{FF2B5EF4-FFF2-40B4-BE49-F238E27FC236}">
                <a16:creationId xmlns:a16="http://schemas.microsoft.com/office/drawing/2014/main" id="{3120372B-BA0F-93C8-A730-0463E1B2838F}"/>
              </a:ext>
            </a:extLst>
          </p:cNvPr>
          <p:cNvGrpSpPr/>
          <p:nvPr/>
        </p:nvGrpSpPr>
        <p:grpSpPr>
          <a:xfrm>
            <a:off x="2676442" y="4014651"/>
            <a:ext cx="6737523" cy="2676365"/>
            <a:chOff x="387529" y="1611087"/>
            <a:chExt cx="11571513" cy="4686834"/>
          </a:xfrm>
        </p:grpSpPr>
        <p:sp>
          <p:nvSpPr>
            <p:cNvPr id="7" name="Rectangle : coins arrondis 6">
              <a:extLst>
                <a:ext uri="{FF2B5EF4-FFF2-40B4-BE49-F238E27FC236}">
                  <a16:creationId xmlns:a16="http://schemas.microsoft.com/office/drawing/2014/main" id="{FA490B30-D1D2-F867-C0A5-4F75305F61A6}"/>
                </a:ext>
              </a:extLst>
            </p:cNvPr>
            <p:cNvSpPr/>
            <p:nvPr/>
          </p:nvSpPr>
          <p:spPr>
            <a:xfrm>
              <a:off x="387529" y="2055223"/>
              <a:ext cx="5177247" cy="4023360"/>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050" dirty="0"/>
            </a:p>
          </p:txBody>
        </p:sp>
        <p:sp>
          <p:nvSpPr>
            <p:cNvPr id="8" name="ZoneTexte 7">
              <a:extLst>
                <a:ext uri="{FF2B5EF4-FFF2-40B4-BE49-F238E27FC236}">
                  <a16:creationId xmlns:a16="http://schemas.microsoft.com/office/drawing/2014/main" id="{3F7E0656-F407-79F7-D2F3-3BBEFEDA894B}"/>
                </a:ext>
              </a:extLst>
            </p:cNvPr>
            <p:cNvSpPr txBox="1"/>
            <p:nvPr/>
          </p:nvSpPr>
          <p:spPr>
            <a:xfrm>
              <a:off x="640079" y="1611087"/>
              <a:ext cx="1537339" cy="485079"/>
            </a:xfrm>
            <a:prstGeom prst="rect">
              <a:avLst/>
            </a:prstGeom>
            <a:noFill/>
          </p:spPr>
          <p:txBody>
            <a:bodyPr wrap="none" rtlCol="0">
              <a:spAutoFit/>
            </a:bodyPr>
            <a:lstStyle/>
            <a:p>
              <a:r>
                <a:rPr lang="fr-FR" sz="1200" dirty="0">
                  <a:solidFill>
                    <a:schemeClr val="accent4">
                      <a:lumMod val="75000"/>
                    </a:schemeClr>
                  </a:solidFill>
                </a:rPr>
                <a:t>Dépôt local</a:t>
              </a:r>
            </a:p>
          </p:txBody>
        </p:sp>
        <p:sp>
          <p:nvSpPr>
            <p:cNvPr id="9" name="ZoneTexte 8">
              <a:extLst>
                <a:ext uri="{FF2B5EF4-FFF2-40B4-BE49-F238E27FC236}">
                  <a16:creationId xmlns:a16="http://schemas.microsoft.com/office/drawing/2014/main" id="{E77CCA7C-7407-A972-4B7E-45322DE6A4C9}"/>
                </a:ext>
              </a:extLst>
            </p:cNvPr>
            <p:cNvSpPr txBox="1"/>
            <p:nvPr/>
          </p:nvSpPr>
          <p:spPr>
            <a:xfrm>
              <a:off x="9962604" y="4123509"/>
              <a:ext cx="1773225" cy="485079"/>
            </a:xfrm>
            <a:prstGeom prst="rect">
              <a:avLst/>
            </a:prstGeom>
            <a:noFill/>
          </p:spPr>
          <p:txBody>
            <a:bodyPr wrap="none" rtlCol="0">
              <a:spAutoFit/>
            </a:bodyPr>
            <a:lstStyle/>
            <a:p>
              <a:r>
                <a:rPr lang="fr-FR" sz="1200" dirty="0">
                  <a:solidFill>
                    <a:schemeClr val="accent1"/>
                  </a:solidFill>
                </a:rPr>
                <a:t>Dépôt distant</a:t>
              </a:r>
            </a:p>
          </p:txBody>
        </p:sp>
        <p:pic>
          <p:nvPicPr>
            <p:cNvPr id="10" name="Graphique 9" descr="Nuage">
              <a:extLst>
                <a:ext uri="{FF2B5EF4-FFF2-40B4-BE49-F238E27FC236}">
                  <a16:creationId xmlns:a16="http://schemas.microsoft.com/office/drawing/2014/main" id="{CACF5194-FEBD-EE8B-84A6-06623C144BE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688283" y="3990705"/>
              <a:ext cx="2270759" cy="2270759"/>
            </a:xfrm>
            <a:prstGeom prst="rect">
              <a:avLst/>
            </a:prstGeom>
          </p:spPr>
        </p:pic>
        <p:pic>
          <p:nvPicPr>
            <p:cNvPr id="11" name="Picture 4" descr="GitHub Logo, symbol, meaning, history, PNG, brand">
              <a:extLst>
                <a:ext uri="{FF2B5EF4-FFF2-40B4-BE49-F238E27FC236}">
                  <a16:creationId xmlns:a16="http://schemas.microsoft.com/office/drawing/2014/main" id="{ACA633D9-65A6-EA87-844E-A6622AF5D59F}"/>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10126569" y="5592045"/>
              <a:ext cx="1255533" cy="705876"/>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 coins arrondis 11">
              <a:extLst>
                <a:ext uri="{FF2B5EF4-FFF2-40B4-BE49-F238E27FC236}">
                  <a16:creationId xmlns:a16="http://schemas.microsoft.com/office/drawing/2014/main" id="{6A4FEDC7-07F2-E5B2-6E14-C0DAFD5AD223}"/>
                </a:ext>
              </a:extLst>
            </p:cNvPr>
            <p:cNvSpPr/>
            <p:nvPr/>
          </p:nvSpPr>
          <p:spPr>
            <a:xfrm>
              <a:off x="1726292" y="3592972"/>
              <a:ext cx="2880542" cy="812938"/>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r"/>
              <a:r>
                <a:rPr lang="fr-FR" sz="1050" dirty="0"/>
                <a:t>Stage (ou index)</a:t>
              </a:r>
            </a:p>
            <a:p>
              <a:pPr algn="r"/>
              <a:r>
                <a:rPr lang="fr-FR" sz="900" dirty="0">
                  <a:solidFill>
                    <a:schemeClr val="bg1">
                      <a:lumMod val="85000"/>
                    </a:schemeClr>
                  </a:solidFill>
                </a:rPr>
                <a:t>En attente de validation</a:t>
              </a:r>
              <a:endParaRPr lang="fr-FR" sz="1050" dirty="0">
                <a:solidFill>
                  <a:schemeClr val="bg1">
                    <a:lumMod val="85000"/>
                  </a:schemeClr>
                </a:solidFill>
              </a:endParaRPr>
            </a:p>
          </p:txBody>
        </p:sp>
        <p:cxnSp>
          <p:nvCxnSpPr>
            <p:cNvPr id="13" name="Connecteur : en arc 12">
              <a:extLst>
                <a:ext uri="{FF2B5EF4-FFF2-40B4-BE49-F238E27FC236}">
                  <a16:creationId xmlns:a16="http://schemas.microsoft.com/office/drawing/2014/main" id="{128B90D8-9BCC-B942-FC1C-B4BD8E959B3D}"/>
                </a:ext>
              </a:extLst>
            </p:cNvPr>
            <p:cNvCxnSpPr/>
            <p:nvPr/>
          </p:nvCxnSpPr>
          <p:spPr>
            <a:xfrm rot="10800000" flipV="1">
              <a:off x="1700166" y="2878688"/>
              <a:ext cx="14746" cy="1164295"/>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4" name="ZoneTexte 13">
              <a:extLst>
                <a:ext uri="{FF2B5EF4-FFF2-40B4-BE49-F238E27FC236}">
                  <a16:creationId xmlns:a16="http://schemas.microsoft.com/office/drawing/2014/main" id="{078B1BE4-BBDA-12E2-1898-4448C0D3BF12}"/>
                </a:ext>
              </a:extLst>
            </p:cNvPr>
            <p:cNvSpPr txBox="1"/>
            <p:nvPr/>
          </p:nvSpPr>
          <p:spPr>
            <a:xfrm>
              <a:off x="1097280" y="3265715"/>
              <a:ext cx="686075" cy="458130"/>
            </a:xfrm>
            <a:prstGeom prst="rect">
              <a:avLst/>
            </a:prstGeom>
            <a:noFill/>
          </p:spPr>
          <p:txBody>
            <a:bodyPr wrap="none" rtlCol="0">
              <a:spAutoFit/>
            </a:bodyPr>
            <a:lstStyle/>
            <a:p>
              <a:r>
                <a:rPr lang="fr-FR" sz="1100" dirty="0" err="1"/>
                <a:t>add</a:t>
              </a:r>
              <a:endParaRPr lang="fr-FR" sz="1100" dirty="0"/>
            </a:p>
          </p:txBody>
        </p:sp>
        <p:sp>
          <p:nvSpPr>
            <p:cNvPr id="15" name="Rectangle : coins arrondis 14">
              <a:extLst>
                <a:ext uri="{FF2B5EF4-FFF2-40B4-BE49-F238E27FC236}">
                  <a16:creationId xmlns:a16="http://schemas.microsoft.com/office/drawing/2014/main" id="{C5A150E6-5EC2-0E2B-53DF-CB353AE3C296}"/>
                </a:ext>
              </a:extLst>
            </p:cNvPr>
            <p:cNvSpPr/>
            <p:nvPr/>
          </p:nvSpPr>
          <p:spPr>
            <a:xfrm>
              <a:off x="1724298" y="2454802"/>
              <a:ext cx="2880740" cy="812938"/>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r"/>
              <a:r>
                <a:rPr lang="fr-FR" sz="1050" dirty="0"/>
                <a:t>Working directory</a:t>
              </a:r>
              <a:endParaRPr lang="fr-FR" sz="900" dirty="0">
                <a:solidFill>
                  <a:schemeClr val="bg1">
                    <a:lumMod val="85000"/>
                  </a:schemeClr>
                </a:solidFill>
              </a:endParaRPr>
            </a:p>
            <a:p>
              <a:pPr algn="r"/>
              <a:r>
                <a:rPr lang="fr-FR" sz="900" dirty="0">
                  <a:solidFill>
                    <a:schemeClr val="bg1">
                      <a:lumMod val="85000"/>
                    </a:schemeClr>
                  </a:solidFill>
                </a:rPr>
                <a:t>Zone de travail</a:t>
              </a:r>
              <a:endParaRPr lang="fr-FR" sz="1050" dirty="0">
                <a:solidFill>
                  <a:schemeClr val="bg1">
                    <a:lumMod val="85000"/>
                  </a:schemeClr>
                </a:solidFill>
              </a:endParaRPr>
            </a:p>
          </p:txBody>
        </p:sp>
        <p:cxnSp>
          <p:nvCxnSpPr>
            <p:cNvPr id="16" name="Connecteur : en arc 15">
              <a:extLst>
                <a:ext uri="{FF2B5EF4-FFF2-40B4-BE49-F238E27FC236}">
                  <a16:creationId xmlns:a16="http://schemas.microsoft.com/office/drawing/2014/main" id="{8B6CBF33-C0BE-EADC-52AB-7DD7386E3CC2}"/>
                </a:ext>
              </a:extLst>
            </p:cNvPr>
            <p:cNvCxnSpPr/>
            <p:nvPr/>
          </p:nvCxnSpPr>
          <p:spPr>
            <a:xfrm rot="10800000" flipV="1">
              <a:off x="1643560" y="4206745"/>
              <a:ext cx="14746" cy="1164295"/>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7" name="ZoneTexte 16">
              <a:extLst>
                <a:ext uri="{FF2B5EF4-FFF2-40B4-BE49-F238E27FC236}">
                  <a16:creationId xmlns:a16="http://schemas.microsoft.com/office/drawing/2014/main" id="{493FFAED-7D23-B3E4-FEC5-725CEAB3C695}"/>
                </a:ext>
              </a:extLst>
            </p:cNvPr>
            <p:cNvSpPr txBox="1"/>
            <p:nvPr/>
          </p:nvSpPr>
          <p:spPr>
            <a:xfrm>
              <a:off x="971005" y="4517516"/>
              <a:ext cx="1066006" cy="458130"/>
            </a:xfrm>
            <a:prstGeom prst="rect">
              <a:avLst/>
            </a:prstGeom>
            <a:noFill/>
          </p:spPr>
          <p:txBody>
            <a:bodyPr wrap="none" rtlCol="0">
              <a:spAutoFit/>
            </a:bodyPr>
            <a:lstStyle/>
            <a:p>
              <a:r>
                <a:rPr lang="fr-FR" sz="1100" dirty="0"/>
                <a:t>commit</a:t>
              </a:r>
            </a:p>
          </p:txBody>
        </p:sp>
        <p:sp>
          <p:nvSpPr>
            <p:cNvPr id="18" name="Rectangle : coins arrondis 17">
              <a:extLst>
                <a:ext uri="{FF2B5EF4-FFF2-40B4-BE49-F238E27FC236}">
                  <a16:creationId xmlns:a16="http://schemas.microsoft.com/office/drawing/2014/main" id="{C188A6A9-442B-036B-4987-3BC3B9505946}"/>
                </a:ext>
              </a:extLst>
            </p:cNvPr>
            <p:cNvSpPr/>
            <p:nvPr/>
          </p:nvSpPr>
          <p:spPr>
            <a:xfrm>
              <a:off x="1703959" y="4870471"/>
              <a:ext cx="2929002" cy="812938"/>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r"/>
              <a:r>
                <a:rPr lang="fr-FR" sz="1050" dirty="0"/>
                <a:t>Repository</a:t>
              </a:r>
            </a:p>
            <a:p>
              <a:pPr algn="r"/>
              <a:r>
                <a:rPr lang="fr-FR" sz="900" dirty="0">
                  <a:solidFill>
                    <a:schemeClr val="bg1">
                      <a:lumMod val="85000"/>
                    </a:schemeClr>
                  </a:solidFill>
                </a:rPr>
                <a:t>Modifications enregistrées</a:t>
              </a:r>
            </a:p>
          </p:txBody>
        </p:sp>
        <p:pic>
          <p:nvPicPr>
            <p:cNvPr id="19" name="Graphique 18" descr="Document">
              <a:extLst>
                <a:ext uri="{FF2B5EF4-FFF2-40B4-BE49-F238E27FC236}">
                  <a16:creationId xmlns:a16="http://schemas.microsoft.com/office/drawing/2014/main" id="{BC65F9C1-0A42-0685-8942-BC1F372BAF22}"/>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232563" y="4990006"/>
              <a:ext cx="624841" cy="624841"/>
            </a:xfrm>
            <a:prstGeom prst="rect">
              <a:avLst/>
            </a:prstGeom>
          </p:spPr>
        </p:pic>
        <p:pic>
          <p:nvPicPr>
            <p:cNvPr id="20" name="Graphique 19" descr="Document">
              <a:extLst>
                <a:ext uri="{FF2B5EF4-FFF2-40B4-BE49-F238E27FC236}">
                  <a16:creationId xmlns:a16="http://schemas.microsoft.com/office/drawing/2014/main" id="{AA094164-B51A-6A99-AD83-9CAD87699324}"/>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724596" y="4994353"/>
              <a:ext cx="624841" cy="624841"/>
            </a:xfrm>
            <a:prstGeom prst="rect">
              <a:avLst/>
            </a:prstGeom>
          </p:spPr>
        </p:pic>
        <p:sp>
          <p:nvSpPr>
            <p:cNvPr id="21" name="Flèche : bas 20">
              <a:extLst>
                <a:ext uri="{FF2B5EF4-FFF2-40B4-BE49-F238E27FC236}">
                  <a16:creationId xmlns:a16="http://schemas.microsoft.com/office/drawing/2014/main" id="{DED46F91-00B0-DA73-C390-EEF225F0C35B}"/>
                </a:ext>
              </a:extLst>
            </p:cNvPr>
            <p:cNvSpPr/>
            <p:nvPr/>
          </p:nvSpPr>
          <p:spPr>
            <a:xfrm rot="16200000">
              <a:off x="7563392" y="3400694"/>
              <a:ext cx="339637" cy="3849192"/>
            </a:xfrm>
            <a:prstGeom prst="downArrow">
              <a:avLst>
                <a:gd name="adj1" fmla="val 31481"/>
                <a:gd name="adj2" fmla="val 8023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100"/>
            </a:p>
          </p:txBody>
        </p:sp>
        <p:sp>
          <p:nvSpPr>
            <p:cNvPr id="22" name="ZoneTexte 21">
              <a:extLst>
                <a:ext uri="{FF2B5EF4-FFF2-40B4-BE49-F238E27FC236}">
                  <a16:creationId xmlns:a16="http://schemas.microsoft.com/office/drawing/2014/main" id="{A4713FD9-65D2-BDA2-2A9B-ABBDD5B6E380}"/>
                </a:ext>
              </a:extLst>
            </p:cNvPr>
            <p:cNvSpPr txBox="1"/>
            <p:nvPr/>
          </p:nvSpPr>
          <p:spPr>
            <a:xfrm>
              <a:off x="7175861" y="4789718"/>
              <a:ext cx="790694" cy="458130"/>
            </a:xfrm>
            <a:prstGeom prst="rect">
              <a:avLst/>
            </a:prstGeom>
            <a:noFill/>
          </p:spPr>
          <p:txBody>
            <a:bodyPr wrap="none" rtlCol="0">
              <a:spAutoFit/>
            </a:bodyPr>
            <a:lstStyle/>
            <a:p>
              <a:r>
                <a:rPr lang="fr-FR" sz="1100" dirty="0"/>
                <a:t>push</a:t>
              </a:r>
            </a:p>
          </p:txBody>
        </p:sp>
      </p:grpSp>
      <p:sp>
        <p:nvSpPr>
          <p:cNvPr id="23" name="Titre 1">
            <a:extLst>
              <a:ext uri="{FF2B5EF4-FFF2-40B4-BE49-F238E27FC236}">
                <a16:creationId xmlns:a16="http://schemas.microsoft.com/office/drawing/2014/main" id="{A949D6E0-1C3A-000C-6EC2-5B4A5D314611}"/>
              </a:ext>
            </a:extLst>
          </p:cNvPr>
          <p:cNvSpPr>
            <a:spLocks noGrp="1"/>
          </p:cNvSpPr>
          <p:nvPr>
            <p:ph type="title"/>
          </p:nvPr>
        </p:nvSpPr>
        <p:spPr>
          <a:xfrm>
            <a:off x="785948" y="0"/>
            <a:ext cx="10515600" cy="1325563"/>
          </a:xfrm>
        </p:spPr>
        <p:txBody>
          <a:bodyPr/>
          <a:lstStyle/>
          <a:p>
            <a:r>
              <a:rPr lang="fr-FR" dirty="0"/>
              <a:t>En résumé</a:t>
            </a:r>
          </a:p>
        </p:txBody>
      </p:sp>
    </p:spTree>
    <p:extLst>
      <p:ext uri="{BB962C8B-B14F-4D97-AF65-F5344CB8AC3E}">
        <p14:creationId xmlns:p14="http://schemas.microsoft.com/office/powerpoint/2010/main" val="25164457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4F5A031-AFBC-E0B2-ADAB-7147913598A7}"/>
            </a:ext>
          </a:extLst>
        </p:cNvPr>
        <p:cNvGrpSpPr/>
        <p:nvPr/>
      </p:nvGrpSpPr>
      <p:grpSpPr>
        <a:xfrm>
          <a:off x="0" y="0"/>
          <a:ext cx="0" cy="0"/>
          <a:chOff x="0" y="0"/>
          <a:chExt cx="0" cy="0"/>
        </a:xfrm>
      </p:grpSpPr>
      <p:sp>
        <p:nvSpPr>
          <p:cNvPr id="5" name="ZoneTexte 4">
            <a:extLst>
              <a:ext uri="{FF2B5EF4-FFF2-40B4-BE49-F238E27FC236}">
                <a16:creationId xmlns:a16="http://schemas.microsoft.com/office/drawing/2014/main" id="{E8878E2B-D515-31E9-7CC0-14C76595E2B3}"/>
              </a:ext>
            </a:extLst>
          </p:cNvPr>
          <p:cNvSpPr txBox="1"/>
          <p:nvPr/>
        </p:nvSpPr>
        <p:spPr>
          <a:xfrm>
            <a:off x="1515289" y="1183086"/>
            <a:ext cx="9379134" cy="2585323"/>
          </a:xfrm>
          <a:prstGeom prst="rect">
            <a:avLst/>
          </a:prstGeom>
          <a:noFill/>
        </p:spPr>
        <p:txBody>
          <a:bodyPr wrap="square">
            <a:spAutoFit/>
          </a:bodyPr>
          <a:lstStyle/>
          <a:p>
            <a:pPr marL="285750" indent="-285750" algn="l">
              <a:buFont typeface="Arial" panose="020B0604020202020204" pitchFamily="34" charset="0"/>
              <a:buChar char="•"/>
            </a:pPr>
            <a:r>
              <a:rPr lang="fr-FR" b="0" i="0" dirty="0">
                <a:solidFill>
                  <a:srgbClr val="271A38"/>
                </a:solidFill>
                <a:effectLst/>
                <a:latin typeface="Inter"/>
              </a:rPr>
              <a:t>Le protocole SSH permet d’authentifier une personne grâce à une clé unique et personnelle.</a:t>
            </a:r>
          </a:p>
          <a:p>
            <a:pPr marL="285750" indent="-285750" algn="l">
              <a:buFont typeface="Arial" panose="020B0604020202020204" pitchFamily="34" charset="0"/>
              <a:buChar char="•"/>
            </a:pPr>
            <a:r>
              <a:rPr lang="fr-FR" b="0" i="0" dirty="0">
                <a:solidFill>
                  <a:srgbClr val="271A38"/>
                </a:solidFill>
                <a:effectLst/>
                <a:latin typeface="Inter"/>
              </a:rPr>
              <a:t>Vous pouvez ajouter une clé SSH sur votre compte GitHub afin de vous authentifier plus rapidement.</a:t>
            </a:r>
          </a:p>
          <a:p>
            <a:pPr marL="285750" indent="-285750" algn="l">
              <a:buFont typeface="Arial" panose="020B0604020202020204" pitchFamily="34" charset="0"/>
              <a:buChar char="•"/>
            </a:pPr>
            <a:r>
              <a:rPr lang="fr-FR" b="0" i="0" dirty="0">
                <a:solidFill>
                  <a:srgbClr val="271A38"/>
                </a:solidFill>
                <a:effectLst/>
                <a:latin typeface="Inter"/>
              </a:rPr>
              <a:t>git </a:t>
            </a:r>
            <a:r>
              <a:rPr lang="fr-FR" b="0" i="0" dirty="0" err="1">
                <a:solidFill>
                  <a:srgbClr val="271A38"/>
                </a:solidFill>
                <a:effectLst/>
                <a:latin typeface="Inter"/>
              </a:rPr>
              <a:t>add</a:t>
            </a:r>
            <a:r>
              <a:rPr lang="fr-FR" b="0" i="0" dirty="0">
                <a:solidFill>
                  <a:srgbClr val="271A38"/>
                </a:solidFill>
                <a:effectLst/>
                <a:latin typeface="Inter"/>
              </a:rPr>
              <a:t> permet d’ajouter des fichiers dans l’index, qui est une zone intermédiaire dans laquelle stocker les fichiers modifiés.</a:t>
            </a:r>
          </a:p>
          <a:p>
            <a:pPr marL="285750" indent="-285750" algn="l">
              <a:buFont typeface="Arial" panose="020B0604020202020204" pitchFamily="34" charset="0"/>
              <a:buChar char="•"/>
            </a:pPr>
            <a:r>
              <a:rPr lang="fr-FR" b="0" i="0" dirty="0">
                <a:solidFill>
                  <a:srgbClr val="271A38"/>
                </a:solidFill>
                <a:effectLst/>
                <a:latin typeface="Inter"/>
              </a:rPr>
              <a:t>git commit permet de créer une nouvelle version avec les fichiers situés dans l’index.</a:t>
            </a:r>
          </a:p>
          <a:p>
            <a:pPr marL="285750" indent="-285750" algn="l">
              <a:buFont typeface="Arial" panose="020B0604020202020204" pitchFamily="34" charset="0"/>
              <a:buChar char="•"/>
            </a:pPr>
            <a:r>
              <a:rPr lang="fr-FR" b="0" i="0" dirty="0">
                <a:solidFill>
                  <a:srgbClr val="271A38"/>
                </a:solidFill>
                <a:effectLst/>
                <a:latin typeface="Inter"/>
              </a:rPr>
              <a:t>git commit -m permet de créer une nouvelle version et de préciser le message rattaché au commit.</a:t>
            </a:r>
          </a:p>
          <a:p>
            <a:pPr marL="285750" indent="-285750" algn="l">
              <a:buFont typeface="Arial" panose="020B0604020202020204" pitchFamily="34" charset="0"/>
              <a:buChar char="•"/>
            </a:pPr>
            <a:r>
              <a:rPr lang="fr-FR" b="0" i="0" dirty="0">
                <a:solidFill>
                  <a:srgbClr val="271A38"/>
                </a:solidFill>
                <a:effectLst/>
                <a:latin typeface="Inter"/>
              </a:rPr>
              <a:t>git push permet d’envoyer les modifications faites en local vers un dépôt distant. </a:t>
            </a:r>
          </a:p>
        </p:txBody>
      </p:sp>
      <p:grpSp>
        <p:nvGrpSpPr>
          <p:cNvPr id="6" name="Groupe 5">
            <a:extLst>
              <a:ext uri="{FF2B5EF4-FFF2-40B4-BE49-F238E27FC236}">
                <a16:creationId xmlns:a16="http://schemas.microsoft.com/office/drawing/2014/main" id="{5FE0F864-78DE-A059-40B5-50129F6283BC}"/>
              </a:ext>
            </a:extLst>
          </p:cNvPr>
          <p:cNvGrpSpPr/>
          <p:nvPr/>
        </p:nvGrpSpPr>
        <p:grpSpPr>
          <a:xfrm>
            <a:off x="2676442" y="4014651"/>
            <a:ext cx="6737523" cy="2676365"/>
            <a:chOff x="387529" y="1611087"/>
            <a:chExt cx="11571513" cy="4686834"/>
          </a:xfrm>
        </p:grpSpPr>
        <p:sp>
          <p:nvSpPr>
            <p:cNvPr id="7" name="Rectangle : coins arrondis 6">
              <a:extLst>
                <a:ext uri="{FF2B5EF4-FFF2-40B4-BE49-F238E27FC236}">
                  <a16:creationId xmlns:a16="http://schemas.microsoft.com/office/drawing/2014/main" id="{1CC4EEC7-B58D-9EFC-BA38-429322D9FE62}"/>
                </a:ext>
              </a:extLst>
            </p:cNvPr>
            <p:cNvSpPr/>
            <p:nvPr/>
          </p:nvSpPr>
          <p:spPr>
            <a:xfrm>
              <a:off x="387529" y="2055223"/>
              <a:ext cx="5177247" cy="4023360"/>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050" dirty="0"/>
            </a:p>
          </p:txBody>
        </p:sp>
        <p:sp>
          <p:nvSpPr>
            <p:cNvPr id="8" name="ZoneTexte 7">
              <a:extLst>
                <a:ext uri="{FF2B5EF4-FFF2-40B4-BE49-F238E27FC236}">
                  <a16:creationId xmlns:a16="http://schemas.microsoft.com/office/drawing/2014/main" id="{0635062A-F9ED-3F42-0C56-DEE62D0B8FD8}"/>
                </a:ext>
              </a:extLst>
            </p:cNvPr>
            <p:cNvSpPr txBox="1"/>
            <p:nvPr/>
          </p:nvSpPr>
          <p:spPr>
            <a:xfrm>
              <a:off x="640079" y="1611087"/>
              <a:ext cx="1537339" cy="485079"/>
            </a:xfrm>
            <a:prstGeom prst="rect">
              <a:avLst/>
            </a:prstGeom>
            <a:noFill/>
          </p:spPr>
          <p:txBody>
            <a:bodyPr wrap="none" rtlCol="0">
              <a:spAutoFit/>
            </a:bodyPr>
            <a:lstStyle/>
            <a:p>
              <a:r>
                <a:rPr lang="fr-FR" sz="1200" dirty="0">
                  <a:solidFill>
                    <a:schemeClr val="accent4">
                      <a:lumMod val="75000"/>
                    </a:schemeClr>
                  </a:solidFill>
                </a:rPr>
                <a:t>Dépôt local</a:t>
              </a:r>
            </a:p>
          </p:txBody>
        </p:sp>
        <p:sp>
          <p:nvSpPr>
            <p:cNvPr id="9" name="ZoneTexte 8">
              <a:extLst>
                <a:ext uri="{FF2B5EF4-FFF2-40B4-BE49-F238E27FC236}">
                  <a16:creationId xmlns:a16="http://schemas.microsoft.com/office/drawing/2014/main" id="{0E4054A4-0C47-8BC0-F5A7-186DF7713924}"/>
                </a:ext>
              </a:extLst>
            </p:cNvPr>
            <p:cNvSpPr txBox="1"/>
            <p:nvPr/>
          </p:nvSpPr>
          <p:spPr>
            <a:xfrm>
              <a:off x="9962604" y="4123509"/>
              <a:ext cx="1773225" cy="485079"/>
            </a:xfrm>
            <a:prstGeom prst="rect">
              <a:avLst/>
            </a:prstGeom>
            <a:noFill/>
          </p:spPr>
          <p:txBody>
            <a:bodyPr wrap="none" rtlCol="0">
              <a:spAutoFit/>
            </a:bodyPr>
            <a:lstStyle/>
            <a:p>
              <a:r>
                <a:rPr lang="fr-FR" sz="1200" dirty="0">
                  <a:solidFill>
                    <a:schemeClr val="accent1"/>
                  </a:solidFill>
                </a:rPr>
                <a:t>Dépôt distant</a:t>
              </a:r>
            </a:p>
          </p:txBody>
        </p:sp>
        <p:pic>
          <p:nvPicPr>
            <p:cNvPr id="10" name="Graphique 9" descr="Nuage">
              <a:extLst>
                <a:ext uri="{FF2B5EF4-FFF2-40B4-BE49-F238E27FC236}">
                  <a16:creationId xmlns:a16="http://schemas.microsoft.com/office/drawing/2014/main" id="{BA940324-5A7C-8F97-92F4-057325CBFB9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688283" y="3990705"/>
              <a:ext cx="2270759" cy="2270759"/>
            </a:xfrm>
            <a:prstGeom prst="rect">
              <a:avLst/>
            </a:prstGeom>
          </p:spPr>
        </p:pic>
        <p:pic>
          <p:nvPicPr>
            <p:cNvPr id="11" name="Picture 4" descr="GitHub Logo, symbol, meaning, history, PNG, brand">
              <a:extLst>
                <a:ext uri="{FF2B5EF4-FFF2-40B4-BE49-F238E27FC236}">
                  <a16:creationId xmlns:a16="http://schemas.microsoft.com/office/drawing/2014/main" id="{EBD62451-BA0E-7AAF-6586-02E63F17FA3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10126569" y="5592045"/>
              <a:ext cx="1255533" cy="705876"/>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 coins arrondis 11">
              <a:extLst>
                <a:ext uri="{FF2B5EF4-FFF2-40B4-BE49-F238E27FC236}">
                  <a16:creationId xmlns:a16="http://schemas.microsoft.com/office/drawing/2014/main" id="{32701136-A591-D611-3CBE-BAF021ED0AF7}"/>
                </a:ext>
              </a:extLst>
            </p:cNvPr>
            <p:cNvSpPr/>
            <p:nvPr/>
          </p:nvSpPr>
          <p:spPr>
            <a:xfrm>
              <a:off x="1726292" y="3592972"/>
              <a:ext cx="2880542" cy="812938"/>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r"/>
              <a:r>
                <a:rPr lang="fr-FR" sz="1050" dirty="0"/>
                <a:t>Stage (ou index)</a:t>
              </a:r>
            </a:p>
            <a:p>
              <a:pPr algn="r"/>
              <a:r>
                <a:rPr lang="fr-FR" sz="900" dirty="0">
                  <a:solidFill>
                    <a:schemeClr val="bg1">
                      <a:lumMod val="85000"/>
                    </a:schemeClr>
                  </a:solidFill>
                </a:rPr>
                <a:t>En attente de validation</a:t>
              </a:r>
              <a:endParaRPr lang="fr-FR" sz="1050" dirty="0">
                <a:solidFill>
                  <a:schemeClr val="bg1">
                    <a:lumMod val="85000"/>
                  </a:schemeClr>
                </a:solidFill>
              </a:endParaRPr>
            </a:p>
          </p:txBody>
        </p:sp>
        <p:cxnSp>
          <p:nvCxnSpPr>
            <p:cNvPr id="13" name="Connecteur : en arc 12">
              <a:extLst>
                <a:ext uri="{FF2B5EF4-FFF2-40B4-BE49-F238E27FC236}">
                  <a16:creationId xmlns:a16="http://schemas.microsoft.com/office/drawing/2014/main" id="{5999C8CF-B7F4-B31A-2161-77D6C33F1E19}"/>
                </a:ext>
              </a:extLst>
            </p:cNvPr>
            <p:cNvCxnSpPr/>
            <p:nvPr/>
          </p:nvCxnSpPr>
          <p:spPr>
            <a:xfrm rot="10800000" flipV="1">
              <a:off x="1700166" y="2878688"/>
              <a:ext cx="14746" cy="1164295"/>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4" name="ZoneTexte 13">
              <a:extLst>
                <a:ext uri="{FF2B5EF4-FFF2-40B4-BE49-F238E27FC236}">
                  <a16:creationId xmlns:a16="http://schemas.microsoft.com/office/drawing/2014/main" id="{AEA42093-7CF4-C3CA-B13C-487DCE340A00}"/>
                </a:ext>
              </a:extLst>
            </p:cNvPr>
            <p:cNvSpPr txBox="1"/>
            <p:nvPr/>
          </p:nvSpPr>
          <p:spPr>
            <a:xfrm>
              <a:off x="1097280" y="3265715"/>
              <a:ext cx="686075" cy="458130"/>
            </a:xfrm>
            <a:prstGeom prst="rect">
              <a:avLst/>
            </a:prstGeom>
            <a:noFill/>
          </p:spPr>
          <p:txBody>
            <a:bodyPr wrap="none" rtlCol="0">
              <a:spAutoFit/>
            </a:bodyPr>
            <a:lstStyle/>
            <a:p>
              <a:r>
                <a:rPr lang="fr-FR" sz="1100" dirty="0" err="1"/>
                <a:t>add</a:t>
              </a:r>
              <a:endParaRPr lang="fr-FR" sz="1100" dirty="0"/>
            </a:p>
          </p:txBody>
        </p:sp>
        <p:sp>
          <p:nvSpPr>
            <p:cNvPr id="15" name="Rectangle : coins arrondis 14">
              <a:extLst>
                <a:ext uri="{FF2B5EF4-FFF2-40B4-BE49-F238E27FC236}">
                  <a16:creationId xmlns:a16="http://schemas.microsoft.com/office/drawing/2014/main" id="{B9EECFA2-8F21-D07E-7E8B-6E9AE7EE04B0}"/>
                </a:ext>
              </a:extLst>
            </p:cNvPr>
            <p:cNvSpPr/>
            <p:nvPr/>
          </p:nvSpPr>
          <p:spPr>
            <a:xfrm>
              <a:off x="1724298" y="2454802"/>
              <a:ext cx="2880740" cy="812938"/>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r"/>
              <a:r>
                <a:rPr lang="fr-FR" sz="1050" dirty="0"/>
                <a:t>Working directory</a:t>
              </a:r>
              <a:endParaRPr lang="fr-FR" sz="900" dirty="0">
                <a:solidFill>
                  <a:schemeClr val="bg1">
                    <a:lumMod val="85000"/>
                  </a:schemeClr>
                </a:solidFill>
              </a:endParaRPr>
            </a:p>
            <a:p>
              <a:pPr algn="r"/>
              <a:r>
                <a:rPr lang="fr-FR" sz="900" dirty="0">
                  <a:solidFill>
                    <a:schemeClr val="bg1">
                      <a:lumMod val="85000"/>
                    </a:schemeClr>
                  </a:solidFill>
                </a:rPr>
                <a:t>Zone de travail</a:t>
              </a:r>
              <a:endParaRPr lang="fr-FR" sz="1050" dirty="0">
                <a:solidFill>
                  <a:schemeClr val="bg1">
                    <a:lumMod val="85000"/>
                  </a:schemeClr>
                </a:solidFill>
              </a:endParaRPr>
            </a:p>
          </p:txBody>
        </p:sp>
        <p:cxnSp>
          <p:nvCxnSpPr>
            <p:cNvPr id="16" name="Connecteur : en arc 15">
              <a:extLst>
                <a:ext uri="{FF2B5EF4-FFF2-40B4-BE49-F238E27FC236}">
                  <a16:creationId xmlns:a16="http://schemas.microsoft.com/office/drawing/2014/main" id="{10FAFF93-5AB1-E1A4-E9E7-4C347FC61145}"/>
                </a:ext>
              </a:extLst>
            </p:cNvPr>
            <p:cNvCxnSpPr/>
            <p:nvPr/>
          </p:nvCxnSpPr>
          <p:spPr>
            <a:xfrm rot="10800000" flipV="1">
              <a:off x="1643560" y="4206745"/>
              <a:ext cx="14746" cy="1164295"/>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7" name="ZoneTexte 16">
              <a:extLst>
                <a:ext uri="{FF2B5EF4-FFF2-40B4-BE49-F238E27FC236}">
                  <a16:creationId xmlns:a16="http://schemas.microsoft.com/office/drawing/2014/main" id="{3FAF4765-383E-E0DE-415B-47C7FE4E8BFA}"/>
                </a:ext>
              </a:extLst>
            </p:cNvPr>
            <p:cNvSpPr txBox="1"/>
            <p:nvPr/>
          </p:nvSpPr>
          <p:spPr>
            <a:xfrm>
              <a:off x="971005" y="4517516"/>
              <a:ext cx="1066006" cy="458130"/>
            </a:xfrm>
            <a:prstGeom prst="rect">
              <a:avLst/>
            </a:prstGeom>
            <a:noFill/>
          </p:spPr>
          <p:txBody>
            <a:bodyPr wrap="none" rtlCol="0">
              <a:spAutoFit/>
            </a:bodyPr>
            <a:lstStyle/>
            <a:p>
              <a:r>
                <a:rPr lang="fr-FR" sz="1100" dirty="0"/>
                <a:t>commit</a:t>
              </a:r>
            </a:p>
          </p:txBody>
        </p:sp>
        <p:sp>
          <p:nvSpPr>
            <p:cNvPr id="18" name="Rectangle : coins arrondis 17">
              <a:extLst>
                <a:ext uri="{FF2B5EF4-FFF2-40B4-BE49-F238E27FC236}">
                  <a16:creationId xmlns:a16="http://schemas.microsoft.com/office/drawing/2014/main" id="{44C47F5D-E411-FCF4-A4BE-E1E1953F5AAB}"/>
                </a:ext>
              </a:extLst>
            </p:cNvPr>
            <p:cNvSpPr/>
            <p:nvPr/>
          </p:nvSpPr>
          <p:spPr>
            <a:xfrm>
              <a:off x="1703959" y="4870471"/>
              <a:ext cx="2929002" cy="812938"/>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r"/>
              <a:r>
                <a:rPr lang="fr-FR" sz="1050" dirty="0"/>
                <a:t>Repository</a:t>
              </a:r>
            </a:p>
            <a:p>
              <a:pPr algn="r"/>
              <a:r>
                <a:rPr lang="fr-FR" sz="900" dirty="0">
                  <a:solidFill>
                    <a:schemeClr val="bg1">
                      <a:lumMod val="85000"/>
                    </a:schemeClr>
                  </a:solidFill>
                </a:rPr>
                <a:t>Modifications enregistrées</a:t>
              </a:r>
            </a:p>
          </p:txBody>
        </p:sp>
        <p:pic>
          <p:nvPicPr>
            <p:cNvPr id="19" name="Graphique 18" descr="Document">
              <a:extLst>
                <a:ext uri="{FF2B5EF4-FFF2-40B4-BE49-F238E27FC236}">
                  <a16:creationId xmlns:a16="http://schemas.microsoft.com/office/drawing/2014/main" id="{8A73F2CA-F3BC-0378-2F94-2A1E48BD6781}"/>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232563" y="4990006"/>
              <a:ext cx="624841" cy="624841"/>
            </a:xfrm>
            <a:prstGeom prst="rect">
              <a:avLst/>
            </a:prstGeom>
          </p:spPr>
        </p:pic>
        <p:pic>
          <p:nvPicPr>
            <p:cNvPr id="20" name="Graphique 19" descr="Document">
              <a:extLst>
                <a:ext uri="{FF2B5EF4-FFF2-40B4-BE49-F238E27FC236}">
                  <a16:creationId xmlns:a16="http://schemas.microsoft.com/office/drawing/2014/main" id="{792094CC-DA5C-3B24-4CD7-0909765CB785}"/>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724596" y="4994353"/>
              <a:ext cx="624841" cy="624841"/>
            </a:xfrm>
            <a:prstGeom prst="rect">
              <a:avLst/>
            </a:prstGeom>
          </p:spPr>
        </p:pic>
        <p:sp>
          <p:nvSpPr>
            <p:cNvPr id="21" name="Flèche : bas 20">
              <a:extLst>
                <a:ext uri="{FF2B5EF4-FFF2-40B4-BE49-F238E27FC236}">
                  <a16:creationId xmlns:a16="http://schemas.microsoft.com/office/drawing/2014/main" id="{F1E2DDCB-1EB6-38C1-89F4-5CFE92C9E003}"/>
                </a:ext>
              </a:extLst>
            </p:cNvPr>
            <p:cNvSpPr/>
            <p:nvPr/>
          </p:nvSpPr>
          <p:spPr>
            <a:xfrm rot="16200000">
              <a:off x="7563392" y="3400694"/>
              <a:ext cx="339637" cy="3849192"/>
            </a:xfrm>
            <a:prstGeom prst="downArrow">
              <a:avLst>
                <a:gd name="adj1" fmla="val 31481"/>
                <a:gd name="adj2" fmla="val 8023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100"/>
            </a:p>
          </p:txBody>
        </p:sp>
        <p:sp>
          <p:nvSpPr>
            <p:cNvPr id="22" name="ZoneTexte 21">
              <a:extLst>
                <a:ext uri="{FF2B5EF4-FFF2-40B4-BE49-F238E27FC236}">
                  <a16:creationId xmlns:a16="http://schemas.microsoft.com/office/drawing/2014/main" id="{A466563A-4CAF-A3CF-9236-F165F0ADC2C6}"/>
                </a:ext>
              </a:extLst>
            </p:cNvPr>
            <p:cNvSpPr txBox="1"/>
            <p:nvPr/>
          </p:nvSpPr>
          <p:spPr>
            <a:xfrm>
              <a:off x="7175861" y="4789718"/>
              <a:ext cx="790694" cy="458130"/>
            </a:xfrm>
            <a:prstGeom prst="rect">
              <a:avLst/>
            </a:prstGeom>
            <a:noFill/>
          </p:spPr>
          <p:txBody>
            <a:bodyPr wrap="none" rtlCol="0">
              <a:spAutoFit/>
            </a:bodyPr>
            <a:lstStyle/>
            <a:p>
              <a:r>
                <a:rPr lang="fr-FR" sz="1100" dirty="0"/>
                <a:t>push</a:t>
              </a:r>
            </a:p>
          </p:txBody>
        </p:sp>
      </p:grpSp>
      <p:sp>
        <p:nvSpPr>
          <p:cNvPr id="23" name="Titre 1">
            <a:extLst>
              <a:ext uri="{FF2B5EF4-FFF2-40B4-BE49-F238E27FC236}">
                <a16:creationId xmlns:a16="http://schemas.microsoft.com/office/drawing/2014/main" id="{47E31444-960A-EB2A-9276-12206F730EEE}"/>
              </a:ext>
            </a:extLst>
          </p:cNvPr>
          <p:cNvSpPr>
            <a:spLocks noGrp="1"/>
          </p:cNvSpPr>
          <p:nvPr>
            <p:ph type="title"/>
          </p:nvPr>
        </p:nvSpPr>
        <p:spPr>
          <a:xfrm>
            <a:off x="785948" y="0"/>
            <a:ext cx="10515600" cy="1325563"/>
          </a:xfrm>
        </p:spPr>
        <p:txBody>
          <a:bodyPr/>
          <a:lstStyle/>
          <a:p>
            <a:r>
              <a:rPr lang="fr-FR" dirty="0"/>
              <a:t>En résumé</a:t>
            </a:r>
          </a:p>
        </p:txBody>
      </p:sp>
    </p:spTree>
    <p:extLst>
      <p:ext uri="{BB962C8B-B14F-4D97-AF65-F5344CB8AC3E}">
        <p14:creationId xmlns:p14="http://schemas.microsoft.com/office/powerpoint/2010/main" val="12998316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F066709-8877-86B1-6B69-C650B46A6085}"/>
              </a:ext>
            </a:extLst>
          </p:cNvPr>
          <p:cNvSpPr>
            <a:spLocks noGrp="1"/>
          </p:cNvSpPr>
          <p:nvPr>
            <p:ph type="title"/>
          </p:nvPr>
        </p:nvSpPr>
        <p:spPr/>
        <p:txBody>
          <a:bodyPr/>
          <a:lstStyle/>
          <a:p>
            <a:r>
              <a:rPr lang="fr-FR" dirty="0"/>
              <a:t>Le système de branches</a:t>
            </a:r>
          </a:p>
        </p:txBody>
      </p:sp>
      <p:pic>
        <p:nvPicPr>
          <p:cNvPr id="1026" name="Picture 2" descr="A successful Git branching model » nvie.com">
            <a:extLst>
              <a:ext uri="{FF2B5EF4-FFF2-40B4-BE49-F238E27FC236}">
                <a16:creationId xmlns:a16="http://schemas.microsoft.com/office/drawing/2014/main" id="{27216836-3275-2647-66D5-B4B6F8E94B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939552" y="151585"/>
            <a:ext cx="5060859" cy="6706415"/>
          </a:xfrm>
          <a:prstGeom prst="rect">
            <a:avLst/>
          </a:prstGeom>
          <a:noFill/>
          <a:extLst>
            <a:ext uri="{909E8E84-426E-40DD-AFC4-6F175D3DCCD1}">
              <a14:hiddenFill xmlns:a14="http://schemas.microsoft.com/office/drawing/2010/main">
                <a:solidFill>
                  <a:srgbClr val="FFFFFF"/>
                </a:solidFill>
              </a14:hiddenFill>
            </a:ext>
          </a:extLst>
        </p:spPr>
      </p:pic>
      <p:sp>
        <p:nvSpPr>
          <p:cNvPr id="4" name="ZoneTexte 3">
            <a:extLst>
              <a:ext uri="{FF2B5EF4-FFF2-40B4-BE49-F238E27FC236}">
                <a16:creationId xmlns:a16="http://schemas.microsoft.com/office/drawing/2014/main" id="{AE49DDD7-DD28-9CC8-5F27-8CEAD23BBD1F}"/>
              </a:ext>
            </a:extLst>
          </p:cNvPr>
          <p:cNvSpPr txBox="1"/>
          <p:nvPr/>
        </p:nvSpPr>
        <p:spPr>
          <a:xfrm>
            <a:off x="539931" y="2394857"/>
            <a:ext cx="6496596" cy="2230739"/>
          </a:xfrm>
          <a:prstGeom prst="rect">
            <a:avLst/>
          </a:prstGeom>
          <a:noFill/>
        </p:spPr>
        <p:txBody>
          <a:bodyPr wrap="square" rtlCol="0">
            <a:spAutoFit/>
          </a:bodyPr>
          <a:lstStyle/>
          <a:p>
            <a:pPr marL="285750" indent="-285750">
              <a:lnSpc>
                <a:spcPct val="200000"/>
              </a:lnSpc>
              <a:buFont typeface="Arial" panose="020B0604020202020204" pitchFamily="34" charset="0"/>
              <a:buChar char="•"/>
            </a:pPr>
            <a:r>
              <a:rPr lang="fr-FR" dirty="0"/>
              <a:t>Permet de faire des modifications sans affecter le projet</a:t>
            </a:r>
          </a:p>
          <a:p>
            <a:pPr marL="285750" indent="-285750">
              <a:lnSpc>
                <a:spcPct val="200000"/>
              </a:lnSpc>
              <a:buFont typeface="Arial" panose="020B0604020202020204" pitchFamily="34" charset="0"/>
              <a:buChar char="•"/>
            </a:pPr>
            <a:r>
              <a:rPr lang="fr-FR" dirty="0"/>
              <a:t>Branche master (ou main) correspond à la production</a:t>
            </a:r>
          </a:p>
          <a:p>
            <a:pPr marL="285750" indent="-285750">
              <a:lnSpc>
                <a:spcPct val="200000"/>
              </a:lnSpc>
              <a:buFont typeface="Arial" panose="020B0604020202020204" pitchFamily="34" charset="0"/>
              <a:buChar char="•"/>
            </a:pPr>
            <a:r>
              <a:rPr lang="fr-FR" dirty="0"/>
              <a:t>Branche </a:t>
            </a:r>
            <a:r>
              <a:rPr lang="fr-FR" dirty="0" err="1"/>
              <a:t>develop</a:t>
            </a:r>
            <a:r>
              <a:rPr lang="fr-FR" dirty="0"/>
              <a:t> correspond à la branche regroupant tous les ajouts en cours</a:t>
            </a:r>
          </a:p>
        </p:txBody>
      </p:sp>
    </p:spTree>
    <p:extLst>
      <p:ext uri="{BB962C8B-B14F-4D97-AF65-F5344CB8AC3E}">
        <p14:creationId xmlns:p14="http://schemas.microsoft.com/office/powerpoint/2010/main" val="1213582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A7542B3-115C-DCC9-7BD5-B7B64C9AE024}"/>
              </a:ext>
            </a:extLst>
          </p:cNvPr>
          <p:cNvSpPr>
            <a:spLocks noGrp="1"/>
          </p:cNvSpPr>
          <p:nvPr>
            <p:ph type="title"/>
          </p:nvPr>
        </p:nvSpPr>
        <p:spPr/>
        <p:txBody>
          <a:bodyPr/>
          <a:lstStyle/>
          <a:p>
            <a:r>
              <a:rPr lang="fr-FR" dirty="0"/>
              <a:t>Créer une branche</a:t>
            </a:r>
          </a:p>
        </p:txBody>
      </p:sp>
      <p:sp>
        <p:nvSpPr>
          <p:cNvPr id="4" name="ZoneTexte 3">
            <a:extLst>
              <a:ext uri="{FF2B5EF4-FFF2-40B4-BE49-F238E27FC236}">
                <a16:creationId xmlns:a16="http://schemas.microsoft.com/office/drawing/2014/main" id="{12D00488-109F-00CC-F29F-5E7D47B991D2}"/>
              </a:ext>
            </a:extLst>
          </p:cNvPr>
          <p:cNvSpPr txBox="1"/>
          <p:nvPr/>
        </p:nvSpPr>
        <p:spPr>
          <a:xfrm>
            <a:off x="775063" y="2082075"/>
            <a:ext cx="10624456" cy="3046988"/>
          </a:xfrm>
          <a:prstGeom prst="rect">
            <a:avLst/>
          </a:prstGeom>
          <a:solidFill>
            <a:schemeClr val="tx1"/>
          </a:solidFill>
        </p:spPr>
        <p:txBody>
          <a:bodyPr wrap="square">
            <a:spAutoFit/>
          </a:bodyPr>
          <a:lstStyle/>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(master)</a:t>
            </a:r>
          </a:p>
          <a:p>
            <a:r>
              <a:rPr lang="fr-FR" sz="1600" b="0" i="0" dirty="0">
                <a:solidFill>
                  <a:srgbClr val="FFFFFF"/>
                </a:solidFill>
                <a:effectLst/>
                <a:latin typeface="Courier New" panose="02070309020205020404" pitchFamily="49" charset="0"/>
              </a:rPr>
              <a:t>$ git </a:t>
            </a:r>
            <a:r>
              <a:rPr lang="fr-FR" sz="1600" b="0" i="0" dirty="0" err="1">
                <a:solidFill>
                  <a:srgbClr val="FFFFFF"/>
                </a:solidFill>
                <a:effectLst/>
                <a:latin typeface="Courier New" panose="02070309020205020404" pitchFamily="49" charset="0"/>
              </a:rPr>
              <a:t>branch</a:t>
            </a:r>
            <a:r>
              <a:rPr lang="fr-FR" sz="1600" b="0" i="0" dirty="0">
                <a:solidFill>
                  <a:srgbClr val="FFFFFF"/>
                </a:solidFill>
                <a:effectLst/>
                <a:latin typeface="Courier New" panose="02070309020205020404" pitchFamily="49" charset="0"/>
              </a:rPr>
              <a:t> </a:t>
            </a:r>
            <a:r>
              <a:rPr lang="fr-FR" sz="1600" b="0" i="0" dirty="0">
                <a:solidFill>
                  <a:srgbClr val="00B0F0"/>
                </a:solidFill>
                <a:effectLst/>
                <a:latin typeface="Courier New" panose="02070309020205020404" pitchFamily="49" charset="0"/>
              </a:rPr>
              <a:t>//</a:t>
            </a:r>
            <a:r>
              <a:rPr lang="fr-FR" sz="1600" dirty="0">
                <a:solidFill>
                  <a:srgbClr val="00B0F0"/>
                </a:solidFill>
                <a:latin typeface="Courier New" panose="02070309020205020404" pitchFamily="49" charset="0"/>
              </a:rPr>
              <a:t>Liste des branches</a:t>
            </a:r>
            <a:endParaRPr lang="fr-FR" sz="1600" b="0" i="0" dirty="0">
              <a:solidFill>
                <a:srgbClr val="FFFFFF"/>
              </a:solidFill>
              <a:effectLst/>
              <a:latin typeface="Courier New" panose="02070309020205020404" pitchFamily="49" charset="0"/>
            </a:endParaRP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(master)</a:t>
            </a:r>
            <a:endParaRPr lang="fr-FR" sz="1600" b="0" i="0" dirty="0">
              <a:solidFill>
                <a:srgbClr val="FFFF00"/>
              </a:solidFill>
              <a:effectLst/>
              <a:latin typeface="Courier New" panose="02070309020205020404" pitchFamily="49" charset="0"/>
            </a:endParaRPr>
          </a:p>
          <a:p>
            <a:r>
              <a:rPr lang="fr-FR" sz="1600" b="0" i="0" dirty="0">
                <a:solidFill>
                  <a:srgbClr val="FFFFFF"/>
                </a:solidFill>
                <a:effectLst/>
                <a:latin typeface="Courier New" panose="02070309020205020404" pitchFamily="49" charset="0"/>
              </a:rPr>
              <a:t>$ git </a:t>
            </a:r>
            <a:r>
              <a:rPr lang="fr-FR" sz="1600" b="0" i="0" dirty="0" err="1">
                <a:solidFill>
                  <a:srgbClr val="FFFFFF"/>
                </a:solidFill>
                <a:effectLst/>
                <a:latin typeface="Courier New" panose="02070309020205020404" pitchFamily="49" charset="0"/>
              </a:rPr>
              <a:t>branch</a:t>
            </a:r>
            <a:r>
              <a:rPr lang="fr-FR" sz="1600" b="0" i="0" dirty="0">
                <a:solidFill>
                  <a:srgbClr val="FFFFFF"/>
                </a:solidFill>
                <a:effectLst/>
                <a:latin typeface="Courier New" panose="02070309020205020404" pitchFamily="49" charset="0"/>
              </a:rPr>
              <a:t> feature1 </a:t>
            </a:r>
            <a:r>
              <a:rPr lang="fr-FR" sz="1600" b="0" i="0" dirty="0">
                <a:solidFill>
                  <a:srgbClr val="00B0F0"/>
                </a:solidFill>
                <a:effectLst/>
                <a:latin typeface="Courier New" panose="02070309020205020404" pitchFamily="49" charset="0"/>
              </a:rPr>
              <a:t>//Création d’une nouvelle branche « feature1 »</a:t>
            </a: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(master)</a:t>
            </a:r>
            <a:endParaRPr lang="fr-FR" sz="1600" b="0" i="0" dirty="0">
              <a:solidFill>
                <a:srgbClr val="FFFF00"/>
              </a:solidFill>
              <a:effectLst/>
              <a:latin typeface="Courier New" panose="02070309020205020404" pitchFamily="49" charset="0"/>
            </a:endParaRPr>
          </a:p>
          <a:p>
            <a:r>
              <a:rPr lang="fr-FR" sz="1600" b="0" i="0" dirty="0">
                <a:solidFill>
                  <a:srgbClr val="FFFFFF"/>
                </a:solidFill>
                <a:effectLst/>
                <a:latin typeface="Courier New" panose="02070309020205020404" pitchFamily="49" charset="0"/>
              </a:rPr>
              <a:t>$ git </a:t>
            </a:r>
            <a:r>
              <a:rPr lang="fr-FR" sz="1600" b="0" i="0" dirty="0" err="1">
                <a:solidFill>
                  <a:srgbClr val="FFFFFF"/>
                </a:solidFill>
                <a:effectLst/>
                <a:latin typeface="Courier New" panose="02070309020205020404" pitchFamily="49" charset="0"/>
              </a:rPr>
              <a:t>checkout</a:t>
            </a:r>
            <a:r>
              <a:rPr lang="fr-FR" sz="1600" b="0" i="0" dirty="0">
                <a:solidFill>
                  <a:srgbClr val="FFFFFF"/>
                </a:solidFill>
                <a:effectLst/>
                <a:latin typeface="Courier New" panose="02070309020205020404" pitchFamily="49" charset="0"/>
              </a:rPr>
              <a:t> feature1 </a:t>
            </a:r>
            <a:r>
              <a:rPr lang="fr-FR" sz="1600" b="0" i="0" dirty="0">
                <a:solidFill>
                  <a:srgbClr val="00B0F0"/>
                </a:solidFill>
                <a:effectLst/>
                <a:latin typeface="Courier New" panose="02070309020205020404" pitchFamily="49" charset="0"/>
              </a:rPr>
              <a:t>//Se positionner dans la branche « feature1 </a:t>
            </a: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(feature1)</a:t>
            </a:r>
            <a:endParaRPr lang="fr-FR" sz="1600" b="0" i="0" dirty="0">
              <a:solidFill>
                <a:srgbClr val="FFFF00"/>
              </a:solidFill>
              <a:effectLst/>
              <a:latin typeface="Courier New" panose="02070309020205020404" pitchFamily="49" charset="0"/>
            </a:endParaRPr>
          </a:p>
          <a:p>
            <a:r>
              <a:rPr lang="fr-FR" sz="1600" b="0" i="0" dirty="0">
                <a:solidFill>
                  <a:srgbClr val="FFFFFF"/>
                </a:solidFill>
                <a:effectLst/>
                <a:latin typeface="Courier New" panose="02070309020205020404" pitchFamily="49" charset="0"/>
              </a:rPr>
              <a:t>$ git </a:t>
            </a:r>
            <a:r>
              <a:rPr lang="fr-FR" sz="1600" b="0" i="0" dirty="0" err="1">
                <a:solidFill>
                  <a:srgbClr val="FFFFFF"/>
                </a:solidFill>
                <a:effectLst/>
                <a:latin typeface="Courier New" panose="02070309020205020404" pitchFamily="49" charset="0"/>
              </a:rPr>
              <a:t>branch</a:t>
            </a:r>
            <a:r>
              <a:rPr lang="fr-FR" sz="1600" b="0" i="0" dirty="0">
                <a:solidFill>
                  <a:srgbClr val="FFFFFF"/>
                </a:solidFill>
                <a:effectLst/>
                <a:latin typeface="Courier New" panose="02070309020205020404" pitchFamily="49" charset="0"/>
              </a:rPr>
              <a:t> </a:t>
            </a:r>
            <a:r>
              <a:rPr lang="fr-FR" sz="1600" b="0" i="0" dirty="0">
                <a:solidFill>
                  <a:srgbClr val="00B0F0"/>
                </a:solidFill>
                <a:effectLst/>
                <a:latin typeface="Courier New" panose="02070309020205020404" pitchFamily="49" charset="0"/>
              </a:rPr>
              <a:t>//</a:t>
            </a:r>
            <a:r>
              <a:rPr lang="fr-FR" sz="1600" dirty="0">
                <a:solidFill>
                  <a:srgbClr val="00B0F0"/>
                </a:solidFill>
                <a:latin typeface="Courier New" panose="02070309020205020404" pitchFamily="49" charset="0"/>
              </a:rPr>
              <a:t>Liste des branches</a:t>
            </a:r>
          </a:p>
          <a:p>
            <a:endParaRPr lang="fr-FR" sz="1600" dirty="0">
              <a:solidFill>
                <a:srgbClr val="00B0F0"/>
              </a:solidFill>
              <a:latin typeface="Courier New" panose="02070309020205020404" pitchFamily="49" charset="0"/>
            </a:endParaRPr>
          </a:p>
          <a:p>
            <a:r>
              <a:rPr lang="fr-FR" sz="1600" b="0" i="0" dirty="0">
                <a:solidFill>
                  <a:srgbClr val="00B0F0"/>
                </a:solidFill>
                <a:effectLst/>
                <a:latin typeface="Courier New" panose="02070309020205020404" pitchFamily="49" charset="0"/>
              </a:rPr>
              <a:t>//Faites des modifications dans votre branche et partager les à votre dépôt distant</a:t>
            </a:r>
            <a:endParaRPr lang="fr-FR" sz="1600" dirty="0"/>
          </a:p>
          <a:p>
            <a:endParaRPr lang="fr-FR" sz="1600" dirty="0"/>
          </a:p>
          <a:p>
            <a:endParaRPr lang="fr-FR" sz="1600" dirty="0"/>
          </a:p>
        </p:txBody>
      </p:sp>
    </p:spTree>
    <p:extLst>
      <p:ext uri="{BB962C8B-B14F-4D97-AF65-F5344CB8AC3E}">
        <p14:creationId xmlns:p14="http://schemas.microsoft.com/office/powerpoint/2010/main" val="261571621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A7542B3-115C-DCC9-7BD5-B7B64C9AE024}"/>
              </a:ext>
            </a:extLst>
          </p:cNvPr>
          <p:cNvSpPr>
            <a:spLocks noGrp="1"/>
          </p:cNvSpPr>
          <p:nvPr>
            <p:ph type="title"/>
          </p:nvPr>
        </p:nvSpPr>
        <p:spPr/>
        <p:txBody>
          <a:bodyPr/>
          <a:lstStyle/>
          <a:p>
            <a:r>
              <a:rPr lang="fr-FR" dirty="0"/>
              <a:t>Fusionner des branches</a:t>
            </a:r>
          </a:p>
        </p:txBody>
      </p:sp>
      <p:sp>
        <p:nvSpPr>
          <p:cNvPr id="4" name="ZoneTexte 3">
            <a:extLst>
              <a:ext uri="{FF2B5EF4-FFF2-40B4-BE49-F238E27FC236}">
                <a16:creationId xmlns:a16="http://schemas.microsoft.com/office/drawing/2014/main" id="{12D00488-109F-00CC-F29F-5E7D47B991D2}"/>
              </a:ext>
            </a:extLst>
          </p:cNvPr>
          <p:cNvSpPr txBox="1"/>
          <p:nvPr/>
        </p:nvSpPr>
        <p:spPr>
          <a:xfrm>
            <a:off x="827314" y="3597366"/>
            <a:ext cx="10624456" cy="2062103"/>
          </a:xfrm>
          <a:prstGeom prst="rect">
            <a:avLst/>
          </a:prstGeom>
          <a:solidFill>
            <a:schemeClr val="tx1"/>
          </a:solidFill>
        </p:spPr>
        <p:txBody>
          <a:bodyPr wrap="square">
            <a:spAutoFit/>
          </a:bodyPr>
          <a:lstStyle/>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(feature1)</a:t>
            </a:r>
          </a:p>
          <a:p>
            <a:r>
              <a:rPr lang="fr-FR" sz="1600" b="0" i="0" dirty="0">
                <a:solidFill>
                  <a:srgbClr val="FFFFFF"/>
                </a:solidFill>
                <a:effectLst/>
                <a:latin typeface="Courier New" panose="02070309020205020404" pitchFamily="49" charset="0"/>
              </a:rPr>
              <a:t>$ git </a:t>
            </a:r>
            <a:r>
              <a:rPr lang="fr-FR" sz="1600" b="0" i="0" dirty="0" err="1">
                <a:solidFill>
                  <a:srgbClr val="FFFFFF"/>
                </a:solidFill>
                <a:effectLst/>
                <a:latin typeface="Courier New" panose="02070309020205020404" pitchFamily="49" charset="0"/>
              </a:rPr>
              <a:t>branch</a:t>
            </a:r>
            <a:r>
              <a:rPr lang="fr-FR" sz="1600" b="0" i="0" dirty="0">
                <a:solidFill>
                  <a:srgbClr val="FFFFFF"/>
                </a:solidFill>
                <a:effectLst/>
                <a:latin typeface="Courier New" panose="02070309020205020404" pitchFamily="49" charset="0"/>
              </a:rPr>
              <a:t> </a:t>
            </a:r>
            <a:r>
              <a:rPr lang="fr-FR" sz="1600" b="0" i="0" dirty="0">
                <a:solidFill>
                  <a:srgbClr val="00B0F0"/>
                </a:solidFill>
                <a:effectLst/>
                <a:latin typeface="Courier New" panose="02070309020205020404" pitchFamily="49" charset="0"/>
              </a:rPr>
              <a:t>//</a:t>
            </a:r>
            <a:r>
              <a:rPr lang="fr-FR" sz="1600" dirty="0">
                <a:solidFill>
                  <a:srgbClr val="00B0F0"/>
                </a:solidFill>
                <a:latin typeface="Courier New" panose="02070309020205020404" pitchFamily="49" charset="0"/>
              </a:rPr>
              <a:t>Liste des branches</a:t>
            </a:r>
            <a:endParaRPr lang="fr-FR" sz="1600" dirty="0"/>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(feature1)</a:t>
            </a:r>
          </a:p>
          <a:p>
            <a:r>
              <a:rPr lang="fr-FR" sz="1600" b="0" i="0" dirty="0">
                <a:solidFill>
                  <a:srgbClr val="FFFFFF"/>
                </a:solidFill>
                <a:effectLst/>
                <a:latin typeface="Courier New" panose="02070309020205020404" pitchFamily="49" charset="0"/>
              </a:rPr>
              <a:t>$ git </a:t>
            </a:r>
            <a:r>
              <a:rPr lang="fr-FR" sz="1600" b="0" i="0" dirty="0" err="1">
                <a:solidFill>
                  <a:srgbClr val="FFFFFF"/>
                </a:solidFill>
                <a:effectLst/>
                <a:latin typeface="Courier New" panose="02070309020205020404" pitchFamily="49" charset="0"/>
              </a:rPr>
              <a:t>checkout</a:t>
            </a:r>
            <a:r>
              <a:rPr lang="fr-FR" sz="1600" b="0" i="0" dirty="0">
                <a:solidFill>
                  <a:srgbClr val="FFFFFF"/>
                </a:solidFill>
                <a:effectLst/>
                <a:latin typeface="Courier New" panose="02070309020205020404" pitchFamily="49" charset="0"/>
              </a:rPr>
              <a:t> master </a:t>
            </a:r>
            <a:r>
              <a:rPr lang="fr-FR" sz="1600" b="0" i="0" dirty="0">
                <a:solidFill>
                  <a:srgbClr val="00B0F0"/>
                </a:solidFill>
                <a:effectLst/>
                <a:latin typeface="Courier New" panose="02070309020205020404" pitchFamily="49" charset="0"/>
              </a:rPr>
              <a:t>//</a:t>
            </a:r>
            <a:r>
              <a:rPr lang="fr-FR" sz="1600" dirty="0">
                <a:solidFill>
                  <a:srgbClr val="00B0F0"/>
                </a:solidFill>
                <a:latin typeface="Courier New" panose="02070309020205020404" pitchFamily="49" charset="0"/>
              </a:rPr>
              <a:t>Changer de branche</a:t>
            </a:r>
          </a:p>
          <a:p>
            <a:r>
              <a:rPr lang="fr-FR" sz="1600" b="0" i="0" dirty="0" err="1">
                <a:solidFill>
                  <a:srgbClr val="00B050"/>
                </a:solidFill>
                <a:effectLst/>
                <a:latin typeface="Courier New" panose="02070309020205020404" pitchFamily="49" charset="0"/>
              </a:rPr>
              <a:t>johndoe</a:t>
            </a:r>
            <a:r>
              <a:rPr lang="fr-FR" sz="1600" b="0" i="0" dirty="0">
                <a:solidFill>
                  <a:srgbClr val="FFFFFF"/>
                </a:solidFill>
                <a:effectLst/>
                <a:latin typeface="Courier New" panose="02070309020205020404" pitchFamily="49" charset="0"/>
              </a:rPr>
              <a:t> </a:t>
            </a:r>
            <a:r>
              <a:rPr lang="fr-FR" sz="1600" b="0" i="0" dirty="0">
                <a:solidFill>
                  <a:srgbClr val="FFFF00"/>
                </a:solidFill>
                <a:effectLst/>
                <a:latin typeface="Courier New" panose="02070309020205020404" pitchFamily="49" charset="0"/>
              </a:rPr>
              <a:t>~/Documents/</a:t>
            </a:r>
            <a:r>
              <a:rPr lang="fr-FR" sz="1600" b="0" i="0" dirty="0" err="1">
                <a:solidFill>
                  <a:srgbClr val="FFFF00"/>
                </a:solidFill>
                <a:effectLst/>
                <a:latin typeface="Courier New" panose="02070309020205020404" pitchFamily="49" charset="0"/>
              </a:rPr>
              <a:t>PremierProjet</a:t>
            </a:r>
            <a:r>
              <a:rPr lang="fr-FR" sz="1600" b="0" i="0" dirty="0">
                <a:solidFill>
                  <a:srgbClr val="FFFF00"/>
                </a:solidFill>
                <a:effectLst/>
                <a:latin typeface="Courier New" panose="02070309020205020404" pitchFamily="49" charset="0"/>
              </a:rPr>
              <a:t> </a:t>
            </a:r>
            <a:r>
              <a:rPr lang="fr-FR" sz="1600" b="0" i="0" dirty="0">
                <a:solidFill>
                  <a:schemeClr val="accent2">
                    <a:lumMod val="60000"/>
                    <a:lumOff val="40000"/>
                  </a:schemeClr>
                </a:solidFill>
                <a:effectLst/>
                <a:latin typeface="Courier New" panose="02070309020205020404" pitchFamily="49" charset="0"/>
              </a:rPr>
              <a:t>(master)</a:t>
            </a:r>
          </a:p>
          <a:p>
            <a:r>
              <a:rPr lang="fr-FR" sz="1600" b="0" i="0" dirty="0">
                <a:solidFill>
                  <a:srgbClr val="FFFFFF"/>
                </a:solidFill>
                <a:effectLst/>
                <a:latin typeface="Courier New" panose="02070309020205020404" pitchFamily="49" charset="0"/>
              </a:rPr>
              <a:t>$ git merge feature1 </a:t>
            </a:r>
            <a:r>
              <a:rPr lang="fr-FR" sz="1600" b="0" i="0" dirty="0">
                <a:solidFill>
                  <a:srgbClr val="00B0F0"/>
                </a:solidFill>
                <a:effectLst/>
                <a:latin typeface="Courier New" panose="02070309020205020404" pitchFamily="49" charset="0"/>
              </a:rPr>
              <a:t>//</a:t>
            </a:r>
            <a:r>
              <a:rPr lang="fr-FR" sz="1600" dirty="0">
                <a:solidFill>
                  <a:srgbClr val="00B0F0"/>
                </a:solidFill>
                <a:latin typeface="Courier New" panose="02070309020205020404" pitchFamily="49" charset="0"/>
              </a:rPr>
              <a:t>Fusionner la branche feature1 dans master</a:t>
            </a:r>
            <a:endParaRPr lang="fr-FR" sz="1600" dirty="0"/>
          </a:p>
          <a:p>
            <a:endParaRPr lang="fr-FR" sz="1600" dirty="0"/>
          </a:p>
          <a:p>
            <a:endParaRPr lang="fr-FR" sz="1600" dirty="0"/>
          </a:p>
        </p:txBody>
      </p:sp>
      <p:sp>
        <p:nvSpPr>
          <p:cNvPr id="3" name="Forme libre : forme 2">
            <a:extLst>
              <a:ext uri="{FF2B5EF4-FFF2-40B4-BE49-F238E27FC236}">
                <a16:creationId xmlns:a16="http://schemas.microsoft.com/office/drawing/2014/main" id="{49365BCE-7924-DE28-8B9B-A9B2A9F53C6B}"/>
              </a:ext>
            </a:extLst>
          </p:cNvPr>
          <p:cNvSpPr/>
          <p:nvPr/>
        </p:nvSpPr>
        <p:spPr>
          <a:xfrm>
            <a:off x="4428826" y="1785254"/>
            <a:ext cx="3835608" cy="1268874"/>
          </a:xfrm>
          <a:custGeom>
            <a:avLst/>
            <a:gdLst>
              <a:gd name="connsiteX0" fmla="*/ 38671 w 3835608"/>
              <a:gd name="connsiteY0" fmla="*/ 0 h 1268874"/>
              <a:gd name="connsiteX1" fmla="*/ 543768 w 3835608"/>
              <a:gd name="connsiteY1" fmla="*/ 1105989 h 1268874"/>
              <a:gd name="connsiteX2" fmla="*/ 3835608 w 3835608"/>
              <a:gd name="connsiteY2" fmla="*/ 1262743 h 1268874"/>
              <a:gd name="connsiteX3" fmla="*/ 3835608 w 3835608"/>
              <a:gd name="connsiteY3" fmla="*/ 1262743 h 1268874"/>
            </a:gdLst>
            <a:ahLst/>
            <a:cxnLst>
              <a:cxn ang="0">
                <a:pos x="connsiteX0" y="connsiteY0"/>
              </a:cxn>
              <a:cxn ang="0">
                <a:pos x="connsiteX1" y="connsiteY1"/>
              </a:cxn>
              <a:cxn ang="0">
                <a:pos x="connsiteX2" y="connsiteY2"/>
              </a:cxn>
              <a:cxn ang="0">
                <a:pos x="connsiteX3" y="connsiteY3"/>
              </a:cxn>
            </a:cxnLst>
            <a:rect l="l" t="t" r="r" b="b"/>
            <a:pathLst>
              <a:path w="3835608" h="1268874">
                <a:moveTo>
                  <a:pt x="38671" y="0"/>
                </a:moveTo>
                <a:cubicBezTo>
                  <a:pt x="-25192" y="447766"/>
                  <a:pt x="-89055" y="895532"/>
                  <a:pt x="543768" y="1105989"/>
                </a:cubicBezTo>
                <a:cubicBezTo>
                  <a:pt x="1176591" y="1316446"/>
                  <a:pt x="3835608" y="1262743"/>
                  <a:pt x="3835608" y="1262743"/>
                </a:cubicBezTo>
                <a:lnTo>
                  <a:pt x="3835608" y="1262743"/>
                </a:lnTo>
              </a:path>
            </a:pathLst>
          </a:custGeom>
          <a:noFill/>
          <a:ln w="76200">
            <a:solidFill>
              <a:schemeClr val="tx1"/>
            </a:solidFill>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5" name="Connecteur droit 4">
            <a:extLst>
              <a:ext uri="{FF2B5EF4-FFF2-40B4-BE49-F238E27FC236}">
                <a16:creationId xmlns:a16="http://schemas.microsoft.com/office/drawing/2014/main" id="{6E345DA3-47E4-F979-7231-3DB3A3518930}"/>
              </a:ext>
            </a:extLst>
          </p:cNvPr>
          <p:cNvCxnSpPr>
            <a:cxnSpLocks/>
          </p:cNvCxnSpPr>
          <p:nvPr/>
        </p:nvCxnSpPr>
        <p:spPr>
          <a:xfrm>
            <a:off x="1567545" y="1968138"/>
            <a:ext cx="9474923" cy="0"/>
          </a:xfrm>
          <a:prstGeom prst="line">
            <a:avLst/>
          </a:prstGeom>
          <a:ln w="76200">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6" name="Ellipse 5">
            <a:extLst>
              <a:ext uri="{FF2B5EF4-FFF2-40B4-BE49-F238E27FC236}">
                <a16:creationId xmlns:a16="http://schemas.microsoft.com/office/drawing/2014/main" id="{3D7486C6-7043-B45B-4BE4-7275BA897BFF}"/>
              </a:ext>
            </a:extLst>
          </p:cNvPr>
          <p:cNvSpPr/>
          <p:nvPr/>
        </p:nvSpPr>
        <p:spPr>
          <a:xfrm>
            <a:off x="1262498" y="1645922"/>
            <a:ext cx="653142" cy="653143"/>
          </a:xfrm>
          <a:prstGeom prst="ellipse">
            <a:avLst/>
          </a:prstGeom>
          <a:solidFill>
            <a:schemeClr val="bg1"/>
          </a:solid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Ellipse 6">
            <a:extLst>
              <a:ext uri="{FF2B5EF4-FFF2-40B4-BE49-F238E27FC236}">
                <a16:creationId xmlns:a16="http://schemas.microsoft.com/office/drawing/2014/main" id="{5E573C1A-6CA1-0772-AE73-DC4D52F086DB}"/>
              </a:ext>
            </a:extLst>
          </p:cNvPr>
          <p:cNvSpPr/>
          <p:nvPr/>
        </p:nvSpPr>
        <p:spPr>
          <a:xfrm>
            <a:off x="4088430" y="1624151"/>
            <a:ext cx="653142" cy="653143"/>
          </a:xfrm>
          <a:prstGeom prst="ellipse">
            <a:avLst/>
          </a:prstGeom>
          <a:ln w="76200"/>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fr-FR"/>
          </a:p>
        </p:txBody>
      </p:sp>
      <p:sp>
        <p:nvSpPr>
          <p:cNvPr id="9" name="Ellipse 8">
            <a:extLst>
              <a:ext uri="{FF2B5EF4-FFF2-40B4-BE49-F238E27FC236}">
                <a16:creationId xmlns:a16="http://schemas.microsoft.com/office/drawing/2014/main" id="{EE3AD891-566C-51AF-BA85-EDB026A77826}"/>
              </a:ext>
            </a:extLst>
          </p:cNvPr>
          <p:cNvSpPr/>
          <p:nvPr/>
        </p:nvSpPr>
        <p:spPr>
          <a:xfrm>
            <a:off x="6818567" y="2747551"/>
            <a:ext cx="653142" cy="653143"/>
          </a:xfrm>
          <a:prstGeom prst="ellipse">
            <a:avLst/>
          </a:prstGeom>
          <a:ln w="76200"/>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fr-FR"/>
          </a:p>
        </p:txBody>
      </p:sp>
      <p:cxnSp>
        <p:nvCxnSpPr>
          <p:cNvPr id="10" name="Connecteur droit 9">
            <a:extLst>
              <a:ext uri="{FF2B5EF4-FFF2-40B4-BE49-F238E27FC236}">
                <a16:creationId xmlns:a16="http://schemas.microsoft.com/office/drawing/2014/main" id="{2B20A9F3-F53A-755F-FA64-F8DFCDEFDCBD}"/>
              </a:ext>
            </a:extLst>
          </p:cNvPr>
          <p:cNvCxnSpPr>
            <a:stCxn id="9" idx="1"/>
            <a:endCxn id="9" idx="5"/>
          </p:cNvCxnSpPr>
          <p:nvPr/>
        </p:nvCxnSpPr>
        <p:spPr>
          <a:xfrm>
            <a:off x="6914217" y="2843202"/>
            <a:ext cx="461842" cy="461841"/>
          </a:xfrm>
          <a:prstGeom prst="line">
            <a:avLst/>
          </a:prstGeom>
          <a:ln w="76200">
            <a:solidFill>
              <a:schemeClr val="accent4">
                <a:lumMod val="50000"/>
              </a:schemeClr>
            </a:solidFill>
          </a:ln>
        </p:spPr>
        <p:style>
          <a:lnRef idx="1">
            <a:schemeClr val="accent2"/>
          </a:lnRef>
          <a:fillRef idx="0">
            <a:schemeClr val="accent2"/>
          </a:fillRef>
          <a:effectRef idx="0">
            <a:schemeClr val="accent2"/>
          </a:effectRef>
          <a:fontRef idx="minor">
            <a:schemeClr val="tx1"/>
          </a:fontRef>
        </p:style>
      </p:cxnSp>
      <p:cxnSp>
        <p:nvCxnSpPr>
          <p:cNvPr id="11" name="Connecteur droit 10">
            <a:extLst>
              <a:ext uri="{FF2B5EF4-FFF2-40B4-BE49-F238E27FC236}">
                <a16:creationId xmlns:a16="http://schemas.microsoft.com/office/drawing/2014/main" id="{3D6D4228-B92E-477F-99FD-C8CAE404C57C}"/>
              </a:ext>
            </a:extLst>
          </p:cNvPr>
          <p:cNvCxnSpPr>
            <a:cxnSpLocks/>
            <a:stCxn id="9" idx="7"/>
            <a:endCxn id="9" idx="3"/>
          </p:cNvCxnSpPr>
          <p:nvPr/>
        </p:nvCxnSpPr>
        <p:spPr>
          <a:xfrm flipH="1">
            <a:off x="6914217" y="2843202"/>
            <a:ext cx="461842" cy="461841"/>
          </a:xfrm>
          <a:prstGeom prst="line">
            <a:avLst/>
          </a:prstGeom>
          <a:ln w="76200">
            <a:solidFill>
              <a:schemeClr val="accent4">
                <a:lumMod val="50000"/>
              </a:schemeClr>
            </a:solidFill>
          </a:ln>
        </p:spPr>
        <p:style>
          <a:lnRef idx="1">
            <a:schemeClr val="accent2"/>
          </a:lnRef>
          <a:fillRef idx="0">
            <a:schemeClr val="accent2"/>
          </a:fillRef>
          <a:effectRef idx="0">
            <a:schemeClr val="accent2"/>
          </a:effectRef>
          <a:fontRef idx="minor">
            <a:schemeClr val="tx1"/>
          </a:fontRef>
        </p:style>
      </p:cxnSp>
      <p:cxnSp>
        <p:nvCxnSpPr>
          <p:cNvPr id="12" name="Connecteur : en arc 11">
            <a:extLst>
              <a:ext uri="{FF2B5EF4-FFF2-40B4-BE49-F238E27FC236}">
                <a16:creationId xmlns:a16="http://schemas.microsoft.com/office/drawing/2014/main" id="{41C1F5A1-D5F7-6DC9-5212-E78FA956BBEC}"/>
              </a:ext>
            </a:extLst>
          </p:cNvPr>
          <p:cNvCxnSpPr>
            <a:cxnSpLocks/>
          </p:cNvCxnSpPr>
          <p:nvPr/>
        </p:nvCxnSpPr>
        <p:spPr>
          <a:xfrm flipV="1">
            <a:off x="8229600" y="1898465"/>
            <a:ext cx="1715588" cy="1149532"/>
          </a:xfrm>
          <a:prstGeom prst="curvedConnector3">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ZoneTexte 15">
            <a:extLst>
              <a:ext uri="{FF2B5EF4-FFF2-40B4-BE49-F238E27FC236}">
                <a16:creationId xmlns:a16="http://schemas.microsoft.com/office/drawing/2014/main" id="{9592DE47-DCFA-F2BF-DD66-E88257E12D91}"/>
              </a:ext>
            </a:extLst>
          </p:cNvPr>
          <p:cNvSpPr txBox="1"/>
          <p:nvPr/>
        </p:nvSpPr>
        <p:spPr>
          <a:xfrm>
            <a:off x="226423" y="1785257"/>
            <a:ext cx="836832" cy="369332"/>
          </a:xfrm>
          <a:prstGeom prst="rect">
            <a:avLst/>
          </a:prstGeom>
          <a:noFill/>
        </p:spPr>
        <p:txBody>
          <a:bodyPr wrap="none" rtlCol="0">
            <a:spAutoFit/>
          </a:bodyPr>
          <a:lstStyle/>
          <a:p>
            <a:r>
              <a:rPr lang="fr-FR" dirty="0"/>
              <a:t>master</a:t>
            </a:r>
          </a:p>
        </p:txBody>
      </p:sp>
      <p:sp>
        <p:nvSpPr>
          <p:cNvPr id="17" name="ZoneTexte 16">
            <a:extLst>
              <a:ext uri="{FF2B5EF4-FFF2-40B4-BE49-F238E27FC236}">
                <a16:creationId xmlns:a16="http://schemas.microsoft.com/office/drawing/2014/main" id="{F7278D5B-8DC4-4771-CDDB-9138C3037F88}"/>
              </a:ext>
            </a:extLst>
          </p:cNvPr>
          <p:cNvSpPr txBox="1"/>
          <p:nvPr/>
        </p:nvSpPr>
        <p:spPr>
          <a:xfrm>
            <a:off x="3531326" y="2817222"/>
            <a:ext cx="981679" cy="369332"/>
          </a:xfrm>
          <a:prstGeom prst="rect">
            <a:avLst/>
          </a:prstGeom>
          <a:noFill/>
        </p:spPr>
        <p:txBody>
          <a:bodyPr wrap="none" rtlCol="0">
            <a:spAutoFit/>
          </a:bodyPr>
          <a:lstStyle/>
          <a:p>
            <a:r>
              <a:rPr lang="fr-FR" dirty="0"/>
              <a:t>feature1</a:t>
            </a:r>
          </a:p>
        </p:txBody>
      </p:sp>
      <p:sp>
        <p:nvSpPr>
          <p:cNvPr id="18" name="Ellipse 17">
            <a:extLst>
              <a:ext uri="{FF2B5EF4-FFF2-40B4-BE49-F238E27FC236}">
                <a16:creationId xmlns:a16="http://schemas.microsoft.com/office/drawing/2014/main" id="{51E915A1-79C1-7AC7-D490-2DCF90AF0D81}"/>
              </a:ext>
            </a:extLst>
          </p:cNvPr>
          <p:cNvSpPr/>
          <p:nvPr/>
        </p:nvSpPr>
        <p:spPr>
          <a:xfrm>
            <a:off x="6809859" y="1645923"/>
            <a:ext cx="653142" cy="653143"/>
          </a:xfrm>
          <a:prstGeom prst="ellipse">
            <a:avLst/>
          </a:prstGeom>
          <a:ln w="76200"/>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fr-FR"/>
          </a:p>
        </p:txBody>
      </p:sp>
      <p:sp>
        <p:nvSpPr>
          <p:cNvPr id="19" name="Ellipse 18">
            <a:extLst>
              <a:ext uri="{FF2B5EF4-FFF2-40B4-BE49-F238E27FC236}">
                <a16:creationId xmlns:a16="http://schemas.microsoft.com/office/drawing/2014/main" id="{3A1CF1DC-9F71-5D53-CEE9-6088FB987908}"/>
              </a:ext>
            </a:extLst>
          </p:cNvPr>
          <p:cNvSpPr/>
          <p:nvPr/>
        </p:nvSpPr>
        <p:spPr>
          <a:xfrm>
            <a:off x="9409367" y="1637208"/>
            <a:ext cx="653142" cy="653143"/>
          </a:xfrm>
          <a:prstGeom prst="ellipse">
            <a:avLst/>
          </a:prstGeom>
          <a:ln w="76200"/>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fr-FR"/>
          </a:p>
        </p:txBody>
      </p:sp>
      <p:cxnSp>
        <p:nvCxnSpPr>
          <p:cNvPr id="20" name="Connecteur droit 19">
            <a:extLst>
              <a:ext uri="{FF2B5EF4-FFF2-40B4-BE49-F238E27FC236}">
                <a16:creationId xmlns:a16="http://schemas.microsoft.com/office/drawing/2014/main" id="{92EF9C32-36DC-1898-FC54-64B97D046F07}"/>
              </a:ext>
            </a:extLst>
          </p:cNvPr>
          <p:cNvCxnSpPr>
            <a:stCxn id="19" idx="1"/>
            <a:endCxn id="19" idx="5"/>
          </p:cNvCxnSpPr>
          <p:nvPr/>
        </p:nvCxnSpPr>
        <p:spPr>
          <a:xfrm>
            <a:off x="9505017" y="1732859"/>
            <a:ext cx="461842" cy="461841"/>
          </a:xfrm>
          <a:prstGeom prst="line">
            <a:avLst/>
          </a:prstGeom>
          <a:ln w="76200">
            <a:solidFill>
              <a:schemeClr val="accent4">
                <a:lumMod val="50000"/>
              </a:schemeClr>
            </a:solidFill>
          </a:ln>
        </p:spPr>
        <p:style>
          <a:lnRef idx="1">
            <a:schemeClr val="accent2"/>
          </a:lnRef>
          <a:fillRef idx="0">
            <a:schemeClr val="accent2"/>
          </a:fillRef>
          <a:effectRef idx="0">
            <a:schemeClr val="accent2"/>
          </a:effectRef>
          <a:fontRef idx="minor">
            <a:schemeClr val="tx1"/>
          </a:fontRef>
        </p:style>
      </p:cxnSp>
      <p:cxnSp>
        <p:nvCxnSpPr>
          <p:cNvPr id="21" name="Connecteur droit 20">
            <a:extLst>
              <a:ext uri="{FF2B5EF4-FFF2-40B4-BE49-F238E27FC236}">
                <a16:creationId xmlns:a16="http://schemas.microsoft.com/office/drawing/2014/main" id="{14CB224E-D6C0-E098-AB49-73CE5F0E1C7A}"/>
              </a:ext>
            </a:extLst>
          </p:cNvPr>
          <p:cNvCxnSpPr>
            <a:cxnSpLocks/>
            <a:stCxn id="19" idx="7"/>
            <a:endCxn id="19" idx="3"/>
          </p:cNvCxnSpPr>
          <p:nvPr/>
        </p:nvCxnSpPr>
        <p:spPr>
          <a:xfrm flipH="1">
            <a:off x="9505017" y="1732859"/>
            <a:ext cx="461842" cy="461841"/>
          </a:xfrm>
          <a:prstGeom prst="line">
            <a:avLst/>
          </a:prstGeom>
          <a:ln w="76200">
            <a:solidFill>
              <a:schemeClr val="accent4">
                <a:lumMod val="50000"/>
              </a:schemeClr>
            </a:solidFill>
          </a:ln>
        </p:spPr>
        <p:style>
          <a:lnRef idx="1">
            <a:schemeClr val="accent2"/>
          </a:lnRef>
          <a:fillRef idx="0">
            <a:schemeClr val="accent2"/>
          </a:fillRef>
          <a:effectRef idx="0">
            <a:schemeClr val="accent2"/>
          </a:effectRef>
          <a:fontRef idx="minor">
            <a:schemeClr val="tx1"/>
          </a:fontRef>
        </p:style>
      </p:cxnSp>
      <p:sp>
        <p:nvSpPr>
          <p:cNvPr id="22" name="ZoneTexte 21">
            <a:extLst>
              <a:ext uri="{FF2B5EF4-FFF2-40B4-BE49-F238E27FC236}">
                <a16:creationId xmlns:a16="http://schemas.microsoft.com/office/drawing/2014/main" id="{52ED3C96-BAB4-5186-470A-C405873D77B3}"/>
              </a:ext>
            </a:extLst>
          </p:cNvPr>
          <p:cNvSpPr txBox="1"/>
          <p:nvPr/>
        </p:nvSpPr>
        <p:spPr>
          <a:xfrm>
            <a:off x="9257213" y="2673532"/>
            <a:ext cx="1075679" cy="369332"/>
          </a:xfrm>
          <a:prstGeom prst="rect">
            <a:avLst/>
          </a:prstGeom>
          <a:noFill/>
        </p:spPr>
        <p:txBody>
          <a:bodyPr wrap="none" rtlCol="0">
            <a:spAutoFit/>
          </a:bodyPr>
          <a:lstStyle/>
          <a:p>
            <a:r>
              <a:rPr lang="fr-FR" dirty="0"/>
              <a:t>git merge</a:t>
            </a:r>
          </a:p>
        </p:txBody>
      </p:sp>
      <p:cxnSp>
        <p:nvCxnSpPr>
          <p:cNvPr id="24" name="Connecteur droit avec flèche 23">
            <a:extLst>
              <a:ext uri="{FF2B5EF4-FFF2-40B4-BE49-F238E27FC236}">
                <a16:creationId xmlns:a16="http://schemas.microsoft.com/office/drawing/2014/main" id="{AA6B04A8-20E6-D9B2-16D3-C84205DA5BDE}"/>
              </a:ext>
            </a:extLst>
          </p:cNvPr>
          <p:cNvCxnSpPr/>
          <p:nvPr/>
        </p:nvCxnSpPr>
        <p:spPr>
          <a:xfrm flipH="1" flipV="1">
            <a:off x="9335589" y="2281646"/>
            <a:ext cx="226422" cy="383177"/>
          </a:xfrm>
          <a:prstGeom prst="straightConnector1">
            <a:avLst/>
          </a:prstGeom>
          <a:ln w="76200">
            <a:solidFill>
              <a:srgbClr val="FF0000"/>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4118889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re 1">
            <a:extLst>
              <a:ext uri="{FF2B5EF4-FFF2-40B4-BE49-F238E27FC236}">
                <a16:creationId xmlns:a16="http://schemas.microsoft.com/office/drawing/2014/main" id="{C6C82393-949F-93A8-625A-5187A1CDD05A}"/>
              </a:ext>
            </a:extLst>
          </p:cNvPr>
          <p:cNvSpPr>
            <a:spLocks noGrp="1"/>
          </p:cNvSpPr>
          <p:nvPr>
            <p:ph type="title"/>
          </p:nvPr>
        </p:nvSpPr>
        <p:spPr>
          <a:xfrm>
            <a:off x="838200" y="365125"/>
            <a:ext cx="10515600" cy="1325563"/>
          </a:xfrm>
        </p:spPr>
        <p:txBody>
          <a:bodyPr/>
          <a:lstStyle/>
          <a:p>
            <a:r>
              <a:rPr lang="fr-FR" dirty="0"/>
              <a:t>Collaborer avec un dépôt distant</a:t>
            </a:r>
          </a:p>
        </p:txBody>
      </p:sp>
      <p:pic>
        <p:nvPicPr>
          <p:cNvPr id="3" name="Image 2">
            <a:extLst>
              <a:ext uri="{FF2B5EF4-FFF2-40B4-BE49-F238E27FC236}">
                <a16:creationId xmlns:a16="http://schemas.microsoft.com/office/drawing/2014/main" id="{0599E9DC-FE20-3834-A015-3537ED5FA45F}"/>
              </a:ext>
            </a:extLst>
          </p:cNvPr>
          <p:cNvPicPr>
            <a:picLocks noChangeAspect="1"/>
          </p:cNvPicPr>
          <p:nvPr/>
        </p:nvPicPr>
        <p:blipFill>
          <a:blip r:embed="rId2"/>
          <a:stretch>
            <a:fillRect/>
          </a:stretch>
        </p:blipFill>
        <p:spPr>
          <a:xfrm>
            <a:off x="740229" y="2202385"/>
            <a:ext cx="10371909" cy="4472735"/>
          </a:xfrm>
          <a:prstGeom prst="rect">
            <a:avLst/>
          </a:prstGeom>
        </p:spPr>
      </p:pic>
      <p:sp>
        <p:nvSpPr>
          <p:cNvPr id="5" name="ZoneTexte 4">
            <a:extLst>
              <a:ext uri="{FF2B5EF4-FFF2-40B4-BE49-F238E27FC236}">
                <a16:creationId xmlns:a16="http://schemas.microsoft.com/office/drawing/2014/main" id="{FAB7B7F2-766B-9CEF-385F-F5518DAA70D0}"/>
              </a:ext>
            </a:extLst>
          </p:cNvPr>
          <p:cNvSpPr txBox="1"/>
          <p:nvPr/>
        </p:nvSpPr>
        <p:spPr>
          <a:xfrm>
            <a:off x="661851" y="1567543"/>
            <a:ext cx="2456057" cy="523220"/>
          </a:xfrm>
          <a:prstGeom prst="rect">
            <a:avLst/>
          </a:prstGeom>
          <a:noFill/>
        </p:spPr>
        <p:txBody>
          <a:bodyPr wrap="none" rtlCol="0">
            <a:spAutoFit/>
          </a:bodyPr>
          <a:lstStyle/>
          <a:p>
            <a:r>
              <a:rPr lang="fr-FR" sz="2800" b="1" u="sng" dirty="0"/>
              <a:t>La pull </a:t>
            </a:r>
            <a:r>
              <a:rPr lang="fr-FR" sz="2800" b="1" u="sng" dirty="0" err="1"/>
              <a:t>request</a:t>
            </a:r>
            <a:r>
              <a:rPr lang="fr-FR" sz="2800" b="1" u="sng" dirty="0"/>
              <a:t> </a:t>
            </a:r>
          </a:p>
        </p:txBody>
      </p:sp>
    </p:spTree>
    <p:extLst>
      <p:ext uri="{BB962C8B-B14F-4D97-AF65-F5344CB8AC3E}">
        <p14:creationId xmlns:p14="http://schemas.microsoft.com/office/powerpoint/2010/main" val="9660985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re 1">
            <a:extLst>
              <a:ext uri="{FF2B5EF4-FFF2-40B4-BE49-F238E27FC236}">
                <a16:creationId xmlns:a16="http://schemas.microsoft.com/office/drawing/2014/main" id="{C6C82393-949F-93A8-625A-5187A1CDD05A}"/>
              </a:ext>
            </a:extLst>
          </p:cNvPr>
          <p:cNvSpPr>
            <a:spLocks noGrp="1"/>
          </p:cNvSpPr>
          <p:nvPr>
            <p:ph type="title"/>
          </p:nvPr>
        </p:nvSpPr>
        <p:spPr>
          <a:xfrm>
            <a:off x="838200" y="365125"/>
            <a:ext cx="10515600" cy="1325563"/>
          </a:xfrm>
        </p:spPr>
        <p:txBody>
          <a:bodyPr/>
          <a:lstStyle/>
          <a:p>
            <a:r>
              <a:rPr lang="fr-FR" dirty="0"/>
              <a:t>Collaborer avec un dépôt distant</a:t>
            </a:r>
          </a:p>
        </p:txBody>
      </p:sp>
      <p:sp>
        <p:nvSpPr>
          <p:cNvPr id="5" name="ZoneTexte 4">
            <a:extLst>
              <a:ext uri="{FF2B5EF4-FFF2-40B4-BE49-F238E27FC236}">
                <a16:creationId xmlns:a16="http://schemas.microsoft.com/office/drawing/2014/main" id="{FAB7B7F2-766B-9CEF-385F-F5518DAA70D0}"/>
              </a:ext>
            </a:extLst>
          </p:cNvPr>
          <p:cNvSpPr txBox="1"/>
          <p:nvPr/>
        </p:nvSpPr>
        <p:spPr>
          <a:xfrm>
            <a:off x="661851" y="1567543"/>
            <a:ext cx="2456057" cy="523220"/>
          </a:xfrm>
          <a:prstGeom prst="rect">
            <a:avLst/>
          </a:prstGeom>
          <a:noFill/>
        </p:spPr>
        <p:txBody>
          <a:bodyPr wrap="none" rtlCol="0">
            <a:spAutoFit/>
          </a:bodyPr>
          <a:lstStyle/>
          <a:p>
            <a:r>
              <a:rPr lang="fr-FR" sz="2800" b="1" u="sng" dirty="0"/>
              <a:t>La pull </a:t>
            </a:r>
            <a:r>
              <a:rPr lang="fr-FR" sz="2800" b="1" u="sng" dirty="0" err="1"/>
              <a:t>request</a:t>
            </a:r>
            <a:r>
              <a:rPr lang="fr-FR" sz="2800" b="1" u="sng" dirty="0"/>
              <a:t> </a:t>
            </a:r>
          </a:p>
        </p:txBody>
      </p:sp>
      <p:pic>
        <p:nvPicPr>
          <p:cNvPr id="4" name="Image 3">
            <a:extLst>
              <a:ext uri="{FF2B5EF4-FFF2-40B4-BE49-F238E27FC236}">
                <a16:creationId xmlns:a16="http://schemas.microsoft.com/office/drawing/2014/main" id="{029F3F89-4766-D550-4FE5-3F7B4AEFF47D}"/>
              </a:ext>
            </a:extLst>
          </p:cNvPr>
          <p:cNvPicPr>
            <a:picLocks noChangeAspect="1"/>
          </p:cNvPicPr>
          <p:nvPr/>
        </p:nvPicPr>
        <p:blipFill>
          <a:blip r:embed="rId2"/>
          <a:stretch>
            <a:fillRect/>
          </a:stretch>
        </p:blipFill>
        <p:spPr>
          <a:xfrm>
            <a:off x="1767841" y="2272486"/>
            <a:ext cx="8569234" cy="4278633"/>
          </a:xfrm>
          <a:prstGeom prst="rect">
            <a:avLst/>
          </a:prstGeom>
        </p:spPr>
      </p:pic>
    </p:spTree>
    <p:extLst>
      <p:ext uri="{BB962C8B-B14F-4D97-AF65-F5344CB8AC3E}">
        <p14:creationId xmlns:p14="http://schemas.microsoft.com/office/powerpoint/2010/main" val="35224197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D266964C-776C-B669-7F6C-5D3A62DCF581}"/>
              </a:ext>
            </a:extLst>
          </p:cNvPr>
          <p:cNvSpPr/>
          <p:nvPr/>
        </p:nvSpPr>
        <p:spPr>
          <a:xfrm>
            <a:off x="2519688" y="5216434"/>
            <a:ext cx="3014456" cy="913902"/>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050" dirty="0"/>
          </a:p>
        </p:txBody>
      </p:sp>
      <p:sp>
        <p:nvSpPr>
          <p:cNvPr id="7" name="ZoneTexte 6">
            <a:extLst>
              <a:ext uri="{FF2B5EF4-FFF2-40B4-BE49-F238E27FC236}">
                <a16:creationId xmlns:a16="http://schemas.microsoft.com/office/drawing/2014/main" id="{DEAF409C-9C42-A287-8AB8-C7F3BBFFC9AA}"/>
              </a:ext>
            </a:extLst>
          </p:cNvPr>
          <p:cNvSpPr txBox="1"/>
          <p:nvPr/>
        </p:nvSpPr>
        <p:spPr>
          <a:xfrm>
            <a:off x="3380838" y="5512525"/>
            <a:ext cx="1250342" cy="369332"/>
          </a:xfrm>
          <a:prstGeom prst="rect">
            <a:avLst/>
          </a:prstGeom>
          <a:noFill/>
        </p:spPr>
        <p:txBody>
          <a:bodyPr wrap="none" rtlCol="0">
            <a:spAutoFit/>
          </a:bodyPr>
          <a:lstStyle/>
          <a:p>
            <a:r>
              <a:rPr lang="fr-FR" dirty="0">
                <a:solidFill>
                  <a:schemeClr val="accent4">
                    <a:lumMod val="75000"/>
                  </a:schemeClr>
                </a:solidFill>
              </a:rPr>
              <a:t>Dépôt local</a:t>
            </a:r>
          </a:p>
        </p:txBody>
      </p:sp>
      <p:pic>
        <p:nvPicPr>
          <p:cNvPr id="9" name="Graphique 8" descr="Nuage">
            <a:extLst>
              <a:ext uri="{FF2B5EF4-FFF2-40B4-BE49-F238E27FC236}">
                <a16:creationId xmlns:a16="http://schemas.microsoft.com/office/drawing/2014/main" id="{D0A7D505-68DA-4EC0-9356-9FC1D0D96C3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935060" y="4938077"/>
            <a:ext cx="1322151" cy="1296692"/>
          </a:xfrm>
          <a:prstGeom prst="rect">
            <a:avLst/>
          </a:prstGeom>
        </p:spPr>
      </p:pic>
      <p:pic>
        <p:nvPicPr>
          <p:cNvPr id="10" name="Picture 4" descr="GitHub Logo, symbol, meaning, history, PNG, brand">
            <a:extLst>
              <a:ext uri="{FF2B5EF4-FFF2-40B4-BE49-F238E27FC236}">
                <a16:creationId xmlns:a16="http://schemas.microsoft.com/office/drawing/2014/main" id="{9C4D831F-3B8C-702A-267A-318F37A55DA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8190252" y="5852504"/>
            <a:ext cx="731035" cy="403083"/>
          </a:xfrm>
          <a:prstGeom prst="rect">
            <a:avLst/>
          </a:prstGeom>
          <a:noFill/>
          <a:extLst>
            <a:ext uri="{909E8E84-426E-40DD-AFC4-6F175D3DCCD1}">
              <a14:hiddenFill xmlns:a14="http://schemas.microsoft.com/office/drawing/2010/main">
                <a:solidFill>
                  <a:srgbClr val="FFFFFF"/>
                </a:solidFill>
              </a14:hiddenFill>
            </a:ext>
          </a:extLst>
        </p:spPr>
      </p:pic>
      <p:sp>
        <p:nvSpPr>
          <p:cNvPr id="22" name="Flèche : bas 21">
            <a:extLst>
              <a:ext uri="{FF2B5EF4-FFF2-40B4-BE49-F238E27FC236}">
                <a16:creationId xmlns:a16="http://schemas.microsoft.com/office/drawing/2014/main" id="{4969B4A4-E089-EF64-1D82-9E9D0C4F16DD}"/>
              </a:ext>
            </a:extLst>
          </p:cNvPr>
          <p:cNvSpPr/>
          <p:nvPr/>
        </p:nvSpPr>
        <p:spPr>
          <a:xfrm rot="5400000">
            <a:off x="6669264" y="4688438"/>
            <a:ext cx="193946" cy="2241195"/>
          </a:xfrm>
          <a:prstGeom prst="downArrow">
            <a:avLst>
              <a:gd name="adj1" fmla="val 31481"/>
              <a:gd name="adj2" fmla="val 80232"/>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100"/>
          </a:p>
        </p:txBody>
      </p:sp>
      <p:sp>
        <p:nvSpPr>
          <p:cNvPr id="23" name="ZoneTexte 22">
            <a:extLst>
              <a:ext uri="{FF2B5EF4-FFF2-40B4-BE49-F238E27FC236}">
                <a16:creationId xmlns:a16="http://schemas.microsoft.com/office/drawing/2014/main" id="{EA44EF2A-EE98-B5C1-B2C9-3901141D8BE2}"/>
              </a:ext>
            </a:extLst>
          </p:cNvPr>
          <p:cNvSpPr txBox="1"/>
          <p:nvPr/>
        </p:nvSpPr>
        <p:spPr>
          <a:xfrm>
            <a:off x="6093378" y="5842836"/>
            <a:ext cx="1457450" cy="400110"/>
          </a:xfrm>
          <a:prstGeom prst="rect">
            <a:avLst/>
          </a:prstGeom>
          <a:noFill/>
        </p:spPr>
        <p:txBody>
          <a:bodyPr wrap="none" rtlCol="0">
            <a:spAutoFit/>
          </a:bodyPr>
          <a:lstStyle/>
          <a:p>
            <a:r>
              <a:rPr lang="fr-FR" sz="2000" b="1" dirty="0">
                <a:solidFill>
                  <a:schemeClr val="accent5">
                    <a:lumMod val="75000"/>
                  </a:schemeClr>
                </a:solidFill>
              </a:rPr>
              <a:t>clone &amp; pull</a:t>
            </a:r>
          </a:p>
        </p:txBody>
      </p:sp>
      <p:sp>
        <p:nvSpPr>
          <p:cNvPr id="8" name="ZoneTexte 7">
            <a:extLst>
              <a:ext uri="{FF2B5EF4-FFF2-40B4-BE49-F238E27FC236}">
                <a16:creationId xmlns:a16="http://schemas.microsoft.com/office/drawing/2014/main" id="{EBADDDEF-ADBD-5FA1-D12F-6C73EB79A25E}"/>
              </a:ext>
            </a:extLst>
          </p:cNvPr>
          <p:cNvSpPr txBox="1"/>
          <p:nvPr/>
        </p:nvSpPr>
        <p:spPr>
          <a:xfrm>
            <a:off x="8094784" y="5536427"/>
            <a:ext cx="1032462" cy="276999"/>
          </a:xfrm>
          <a:prstGeom prst="rect">
            <a:avLst/>
          </a:prstGeom>
          <a:noFill/>
        </p:spPr>
        <p:txBody>
          <a:bodyPr wrap="none" rtlCol="0">
            <a:spAutoFit/>
          </a:bodyPr>
          <a:lstStyle/>
          <a:p>
            <a:r>
              <a:rPr lang="fr-FR" sz="1200" dirty="0">
                <a:solidFill>
                  <a:schemeClr val="accent1"/>
                </a:solidFill>
              </a:rPr>
              <a:t>Dépôt distant</a:t>
            </a:r>
          </a:p>
        </p:txBody>
      </p:sp>
      <p:sp>
        <p:nvSpPr>
          <p:cNvPr id="12" name="ZoneTexte 11">
            <a:extLst>
              <a:ext uri="{FF2B5EF4-FFF2-40B4-BE49-F238E27FC236}">
                <a16:creationId xmlns:a16="http://schemas.microsoft.com/office/drawing/2014/main" id="{7EF196B1-CC9F-4037-29B8-1C877C560130}"/>
              </a:ext>
            </a:extLst>
          </p:cNvPr>
          <p:cNvSpPr txBox="1"/>
          <p:nvPr/>
        </p:nvSpPr>
        <p:spPr>
          <a:xfrm>
            <a:off x="844731" y="1467118"/>
            <a:ext cx="10798629" cy="2126864"/>
          </a:xfrm>
          <a:prstGeom prst="rect">
            <a:avLst/>
          </a:prstGeom>
          <a:noFill/>
        </p:spPr>
        <p:txBody>
          <a:bodyPr wrap="square">
            <a:spAutoFit/>
          </a:bodyPr>
          <a:lstStyle/>
          <a:p>
            <a:pPr marL="285750" indent="-285750" algn="l">
              <a:lnSpc>
                <a:spcPct val="150000"/>
              </a:lnSpc>
              <a:buFont typeface="Arial" panose="020B0604020202020204" pitchFamily="34" charset="0"/>
              <a:buChar char="•"/>
            </a:pPr>
            <a:r>
              <a:rPr lang="fr-FR" b="0" i="0" dirty="0">
                <a:solidFill>
                  <a:srgbClr val="271A38"/>
                </a:solidFill>
                <a:effectLst/>
                <a:latin typeface="Inter"/>
              </a:rPr>
              <a:t>Sur GitHub, nous pouvons récupérer l'URL d'un dépôt distant.</a:t>
            </a:r>
          </a:p>
          <a:p>
            <a:pPr marL="285750" indent="-285750" algn="l">
              <a:lnSpc>
                <a:spcPct val="150000"/>
              </a:lnSpc>
              <a:buFont typeface="Arial" panose="020B0604020202020204" pitchFamily="34" charset="0"/>
              <a:buChar char="•"/>
            </a:pPr>
            <a:r>
              <a:rPr lang="fr-FR" b="0" i="0" dirty="0">
                <a:solidFill>
                  <a:srgbClr val="271A38"/>
                </a:solidFill>
                <a:effectLst/>
                <a:latin typeface="Inter"/>
              </a:rPr>
              <a:t>git clone permet de copier en local un dépôt distant.</a:t>
            </a:r>
          </a:p>
          <a:p>
            <a:pPr marL="285750" indent="-285750" algn="l">
              <a:lnSpc>
                <a:spcPct val="150000"/>
              </a:lnSpc>
              <a:buFont typeface="Arial" panose="020B0604020202020204" pitchFamily="34" charset="0"/>
              <a:buChar char="•"/>
            </a:pPr>
            <a:r>
              <a:rPr lang="fr-FR" b="0" i="0" dirty="0">
                <a:solidFill>
                  <a:srgbClr val="271A38"/>
                </a:solidFill>
                <a:effectLst/>
                <a:latin typeface="Inter"/>
              </a:rPr>
              <a:t>git </a:t>
            </a:r>
            <a:r>
              <a:rPr lang="fr-FR" b="0" i="0" dirty="0" err="1">
                <a:solidFill>
                  <a:srgbClr val="271A38"/>
                </a:solidFill>
                <a:effectLst/>
                <a:latin typeface="Inter"/>
              </a:rPr>
              <a:t>remote</a:t>
            </a:r>
            <a:r>
              <a:rPr lang="fr-FR" b="0" i="0" dirty="0">
                <a:solidFill>
                  <a:srgbClr val="271A38"/>
                </a:solidFill>
                <a:effectLst/>
                <a:latin typeface="Inter"/>
              </a:rPr>
              <a:t> </a:t>
            </a:r>
            <a:r>
              <a:rPr lang="fr-FR" b="0" i="0" dirty="0" err="1">
                <a:solidFill>
                  <a:srgbClr val="271A38"/>
                </a:solidFill>
                <a:effectLst/>
                <a:latin typeface="Inter"/>
              </a:rPr>
              <a:t>add</a:t>
            </a:r>
            <a:r>
              <a:rPr lang="fr-FR" b="0" i="0" dirty="0">
                <a:solidFill>
                  <a:srgbClr val="271A38"/>
                </a:solidFill>
                <a:effectLst/>
                <a:latin typeface="Inter"/>
              </a:rPr>
              <a:t> permet de lier un dépôt à un "nom court", pour une plus grande facilité d’utilisation.</a:t>
            </a:r>
          </a:p>
          <a:p>
            <a:pPr marL="285750" indent="-285750" algn="l">
              <a:lnSpc>
                <a:spcPct val="150000"/>
              </a:lnSpc>
              <a:buFont typeface="Arial" panose="020B0604020202020204" pitchFamily="34" charset="0"/>
              <a:buChar char="•"/>
            </a:pPr>
            <a:r>
              <a:rPr lang="fr-FR" b="0" i="0" dirty="0">
                <a:solidFill>
                  <a:srgbClr val="271A38"/>
                </a:solidFill>
                <a:effectLst/>
                <a:latin typeface="Inter"/>
              </a:rPr>
              <a:t>git pull permet de dupliquer un dépôt GitHub en local.</a:t>
            </a:r>
          </a:p>
          <a:p>
            <a:pPr marL="285750" indent="-285750" algn="l">
              <a:lnSpc>
                <a:spcPct val="150000"/>
              </a:lnSpc>
              <a:buFont typeface="Arial" panose="020B0604020202020204" pitchFamily="34" charset="0"/>
              <a:buChar char="•"/>
            </a:pPr>
            <a:r>
              <a:rPr lang="fr-FR" b="0" i="0" dirty="0">
                <a:solidFill>
                  <a:srgbClr val="271A38"/>
                </a:solidFill>
                <a:effectLst/>
                <a:latin typeface="Inter"/>
              </a:rPr>
              <a:t>Une Pull </a:t>
            </a:r>
            <a:r>
              <a:rPr lang="fr-FR" b="0" i="0" dirty="0" err="1">
                <a:solidFill>
                  <a:srgbClr val="271A38"/>
                </a:solidFill>
                <a:effectLst/>
                <a:latin typeface="Inter"/>
              </a:rPr>
              <a:t>Request</a:t>
            </a:r>
            <a:r>
              <a:rPr lang="fr-FR" b="0" i="0" dirty="0">
                <a:solidFill>
                  <a:srgbClr val="271A38"/>
                </a:solidFill>
                <a:effectLst/>
                <a:latin typeface="Inter"/>
              </a:rPr>
              <a:t> permet de demander à fusionner votre code sur la branche principale.</a:t>
            </a:r>
          </a:p>
        </p:txBody>
      </p:sp>
      <p:sp>
        <p:nvSpPr>
          <p:cNvPr id="15" name="Titre 1">
            <a:extLst>
              <a:ext uri="{FF2B5EF4-FFF2-40B4-BE49-F238E27FC236}">
                <a16:creationId xmlns:a16="http://schemas.microsoft.com/office/drawing/2014/main" id="{2EF18A2A-DB9B-956D-4C8B-4FE0F43623C2}"/>
              </a:ext>
            </a:extLst>
          </p:cNvPr>
          <p:cNvSpPr>
            <a:spLocks noGrp="1"/>
          </p:cNvSpPr>
          <p:nvPr>
            <p:ph type="title"/>
          </p:nvPr>
        </p:nvSpPr>
        <p:spPr>
          <a:xfrm>
            <a:off x="785948" y="0"/>
            <a:ext cx="10515600" cy="1325563"/>
          </a:xfrm>
        </p:spPr>
        <p:txBody>
          <a:bodyPr/>
          <a:lstStyle/>
          <a:p>
            <a:r>
              <a:rPr lang="fr-FR" dirty="0"/>
              <a:t>En résumé</a:t>
            </a:r>
          </a:p>
        </p:txBody>
      </p:sp>
      <p:sp>
        <p:nvSpPr>
          <p:cNvPr id="16" name="ZoneTexte 15">
            <a:extLst>
              <a:ext uri="{FF2B5EF4-FFF2-40B4-BE49-F238E27FC236}">
                <a16:creationId xmlns:a16="http://schemas.microsoft.com/office/drawing/2014/main" id="{3639D746-B7F0-E935-A3F6-F41C64E423C1}"/>
              </a:ext>
            </a:extLst>
          </p:cNvPr>
          <p:cNvSpPr txBox="1"/>
          <p:nvPr/>
        </p:nvSpPr>
        <p:spPr>
          <a:xfrm>
            <a:off x="5688429" y="5002458"/>
            <a:ext cx="2236894" cy="400110"/>
          </a:xfrm>
          <a:prstGeom prst="rect">
            <a:avLst/>
          </a:prstGeom>
          <a:noFill/>
        </p:spPr>
        <p:txBody>
          <a:bodyPr wrap="none" rtlCol="0">
            <a:spAutoFit/>
          </a:bodyPr>
          <a:lstStyle/>
          <a:p>
            <a:r>
              <a:rPr lang="fr-FR" sz="2000" b="1" dirty="0" err="1">
                <a:solidFill>
                  <a:schemeClr val="accent4">
                    <a:lumMod val="75000"/>
                  </a:schemeClr>
                </a:solidFill>
              </a:rPr>
              <a:t>remote</a:t>
            </a:r>
            <a:r>
              <a:rPr lang="fr-FR" sz="2000" b="1" dirty="0">
                <a:solidFill>
                  <a:schemeClr val="accent4">
                    <a:lumMod val="75000"/>
                  </a:schemeClr>
                </a:solidFill>
              </a:rPr>
              <a:t> </a:t>
            </a:r>
            <a:r>
              <a:rPr lang="fr-FR" sz="2000" b="1" dirty="0" err="1">
                <a:solidFill>
                  <a:schemeClr val="accent4">
                    <a:lumMod val="75000"/>
                  </a:schemeClr>
                </a:solidFill>
              </a:rPr>
              <a:t>add</a:t>
            </a:r>
            <a:r>
              <a:rPr lang="fr-FR" sz="2000" b="1" dirty="0">
                <a:solidFill>
                  <a:schemeClr val="accent4">
                    <a:lumMod val="75000"/>
                  </a:schemeClr>
                </a:solidFill>
              </a:rPr>
              <a:t> &amp; push</a:t>
            </a:r>
          </a:p>
        </p:txBody>
      </p:sp>
      <p:sp>
        <p:nvSpPr>
          <p:cNvPr id="17" name="Flèche : bas 16">
            <a:extLst>
              <a:ext uri="{FF2B5EF4-FFF2-40B4-BE49-F238E27FC236}">
                <a16:creationId xmlns:a16="http://schemas.microsoft.com/office/drawing/2014/main" id="{5F87EF70-FBA2-B134-6BFA-3A33F8371B38}"/>
              </a:ext>
            </a:extLst>
          </p:cNvPr>
          <p:cNvSpPr/>
          <p:nvPr/>
        </p:nvSpPr>
        <p:spPr>
          <a:xfrm rot="16200000">
            <a:off x="6682328" y="4370575"/>
            <a:ext cx="193946" cy="2241195"/>
          </a:xfrm>
          <a:prstGeom prst="downArrow">
            <a:avLst>
              <a:gd name="adj1" fmla="val 31481"/>
              <a:gd name="adj2" fmla="val 80232"/>
            </a:avLst>
          </a:prstGeom>
          <a:solidFill>
            <a:schemeClr val="accent4">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100"/>
          </a:p>
        </p:txBody>
      </p:sp>
    </p:spTree>
    <p:extLst>
      <p:ext uri="{BB962C8B-B14F-4D97-AF65-F5344CB8AC3E}">
        <p14:creationId xmlns:p14="http://schemas.microsoft.com/office/powerpoint/2010/main" val="42747689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78943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BBDE0A0B-8BD7-C07E-8275-0D9870C2029B}"/>
              </a:ext>
            </a:extLst>
          </p:cNvPr>
          <p:cNvSpPr txBox="1"/>
          <p:nvPr/>
        </p:nvSpPr>
        <p:spPr>
          <a:xfrm>
            <a:off x="2926081" y="1982480"/>
            <a:ext cx="6096000" cy="3750835"/>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1</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 quoi sert un gestionnaire de versions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Conserver un historique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Revenir en arrière en cas de problème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Travailler à plusieurs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Suivre les modifications de chaque fichier</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Mettre en ligne un site web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441796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BBDE0A0B-8BD7-C07E-8275-0D9870C2029B}"/>
              </a:ext>
            </a:extLst>
          </p:cNvPr>
          <p:cNvSpPr txBox="1"/>
          <p:nvPr/>
        </p:nvSpPr>
        <p:spPr>
          <a:xfrm>
            <a:off x="2926081" y="1982480"/>
            <a:ext cx="6096000" cy="3750835"/>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1</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 quoi sert un gestionnaire de versions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Conserver un historique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Revenir en arrière en cas de problème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Travailler à plusieurs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Suivre les modifications de chaque fichier</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Mettre en ligne un site web</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5540286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8BF7A9D7-97DA-E3BD-BBD6-1F3A7205322E}"/>
              </a:ext>
            </a:extLst>
          </p:cNvPr>
          <p:cNvSpPr txBox="1"/>
          <p:nvPr/>
        </p:nvSpPr>
        <p:spPr>
          <a:xfrm>
            <a:off x="2917371" y="2020975"/>
            <a:ext cx="6096000" cy="3830600"/>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2</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Quelle est la différence entre Git et GitHub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GitHub est un logiciel qui s’installe sur votre ordinateur tandis que Git est un site en ligne pour stocker votre code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 est un gestionnaire de versions tandis que GitHub est un service en ligne qui héberge les dépôts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Il n’y a pas de différence entre Git et GitHub. Ils permettent tous les deux de gérer votre code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676154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8BF7A9D7-97DA-E3BD-BBD6-1F3A7205322E}"/>
              </a:ext>
            </a:extLst>
          </p:cNvPr>
          <p:cNvSpPr txBox="1"/>
          <p:nvPr/>
        </p:nvSpPr>
        <p:spPr>
          <a:xfrm>
            <a:off x="2917371" y="2020975"/>
            <a:ext cx="6096000" cy="3830600"/>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2</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Quelle est la différence entre Git et GitHub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GitHub est un logiciel qui s’installe sur votre ordinateur tandis que Git est un site en ligne pour stocker votre code</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 est un gestionnaire de versions tandis que GitHub est un service en ligne qui héberge les dépôts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Il n’y a pas de différence entre Git et GitHub. Ils permettent tous les deux de gérer votre code</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31065660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A7A667CD-E7BF-FF45-35C9-85484A697F80}"/>
              </a:ext>
            </a:extLst>
          </p:cNvPr>
          <p:cNvSpPr txBox="1"/>
          <p:nvPr/>
        </p:nvSpPr>
        <p:spPr>
          <a:xfrm>
            <a:off x="3048000" y="2507559"/>
            <a:ext cx="6096000" cy="1847237"/>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3</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 est un gestionnaire de version décentralisé.</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Faux</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Vrai</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297877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A7A667CD-E7BF-FF45-35C9-85484A697F80}"/>
              </a:ext>
            </a:extLst>
          </p:cNvPr>
          <p:cNvSpPr txBox="1"/>
          <p:nvPr/>
        </p:nvSpPr>
        <p:spPr>
          <a:xfrm>
            <a:off x="3048000" y="2507559"/>
            <a:ext cx="6096000" cy="1847237"/>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3</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 est un gestionnaire de version décentralisé.</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Faux</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Vrai</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5" name="ZoneTexte 4">
            <a:extLst>
              <a:ext uri="{FF2B5EF4-FFF2-40B4-BE49-F238E27FC236}">
                <a16:creationId xmlns:a16="http://schemas.microsoft.com/office/drawing/2014/main" id="{546D3B90-DFA1-A9FC-2876-B2BAFBEECD2E}"/>
              </a:ext>
            </a:extLst>
          </p:cNvPr>
          <p:cNvSpPr txBox="1"/>
          <p:nvPr/>
        </p:nvSpPr>
        <p:spPr>
          <a:xfrm>
            <a:off x="2255519" y="4921907"/>
            <a:ext cx="8281851" cy="1200329"/>
          </a:xfrm>
          <a:prstGeom prst="rect">
            <a:avLst/>
          </a:prstGeom>
          <a:noFill/>
        </p:spPr>
        <p:txBody>
          <a:bodyPr wrap="square">
            <a:spAutoFit/>
          </a:bodyPr>
          <a:lstStyle/>
          <a:p>
            <a:r>
              <a:rPr lang="fr-FR" b="0" i="1" dirty="0">
                <a:solidFill>
                  <a:srgbClr val="271A38"/>
                </a:solidFill>
                <a:effectLst/>
                <a:latin typeface="Inter"/>
              </a:rPr>
              <a:t>Git est un gestionnaire de version décentralisé. Cela signifie qu'en tant qu'utilisateur, vous disposez de votre propre dépôt et d'une copie locale du projet sur lequel vous travaillez. Vous pouvez donc avancer à votre rythme sur votre dépôt local et hors connexion.</a:t>
            </a:r>
            <a:endParaRPr lang="fr-FR" dirty="0"/>
          </a:p>
        </p:txBody>
      </p:sp>
    </p:spTree>
    <p:extLst>
      <p:ext uri="{BB962C8B-B14F-4D97-AF65-F5344CB8AC3E}">
        <p14:creationId xmlns:p14="http://schemas.microsoft.com/office/powerpoint/2010/main" val="10599157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6" name="ZoneTexte 5">
            <a:extLst>
              <a:ext uri="{FF2B5EF4-FFF2-40B4-BE49-F238E27FC236}">
                <a16:creationId xmlns:a16="http://schemas.microsoft.com/office/drawing/2014/main" id="{8A7BCEF6-DF90-F0F2-A81A-3176796A292E}"/>
              </a:ext>
            </a:extLst>
          </p:cNvPr>
          <p:cNvSpPr txBox="1"/>
          <p:nvPr/>
        </p:nvSpPr>
        <p:spPr>
          <a:xfrm>
            <a:off x="2133599" y="1997167"/>
            <a:ext cx="7872550" cy="2850332"/>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4</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Qu’est-ce qu’un dépôt local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L’endroit où l’on stocke, sur sa machine, une copie d’un projet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fichier de configuration sur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code source déposé sur GitHub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Le nom donné aux data centers de l’entreprise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1796115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6" name="ZoneTexte 5">
            <a:extLst>
              <a:ext uri="{FF2B5EF4-FFF2-40B4-BE49-F238E27FC236}">
                <a16:creationId xmlns:a16="http://schemas.microsoft.com/office/drawing/2014/main" id="{8A7BCEF6-DF90-F0F2-A81A-3176796A292E}"/>
              </a:ext>
            </a:extLst>
          </p:cNvPr>
          <p:cNvSpPr txBox="1"/>
          <p:nvPr/>
        </p:nvSpPr>
        <p:spPr>
          <a:xfrm>
            <a:off x="2133599" y="1997167"/>
            <a:ext cx="7872550" cy="2850332"/>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4</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Qu’est-ce qu’un dépôt local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L’endroit où l’on stocke, sur sa machine, une copie d’un projet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fichier de configuration sur Git</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code source déposé sur GitHub</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Le nom donné aux data centers de l’entreprise Git</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1297741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598794CD-F134-978A-982A-F62BA2E383E8}"/>
              </a:ext>
            </a:extLst>
          </p:cNvPr>
          <p:cNvSpPr txBox="1"/>
          <p:nvPr/>
        </p:nvSpPr>
        <p:spPr>
          <a:xfrm>
            <a:off x="3048000" y="2057307"/>
            <a:ext cx="6096000" cy="2747740"/>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5</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dépôt distant GitHub permet de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Stocker du code sur votre ordinateur</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Travailler en équipe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Contribuer à des projets open source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9592044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598794CD-F134-978A-982A-F62BA2E383E8}"/>
              </a:ext>
            </a:extLst>
          </p:cNvPr>
          <p:cNvSpPr txBox="1"/>
          <p:nvPr/>
        </p:nvSpPr>
        <p:spPr>
          <a:xfrm>
            <a:off x="3048000" y="2057307"/>
            <a:ext cx="6096000" cy="2747740"/>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5</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dépôt distant GitHub permet de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Stocker du code sur votre ordinateur</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Travailler en équipe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Contribuer à des projets open source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7336264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E8365F1C-14D0-C5D1-09C0-E203849ECF33}"/>
              </a:ext>
            </a:extLst>
          </p:cNvPr>
          <p:cNvSpPr txBox="1"/>
          <p:nvPr/>
        </p:nvSpPr>
        <p:spPr>
          <a:xfrm>
            <a:off x="3048000" y="1806534"/>
            <a:ext cx="6096000" cy="3249287"/>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6</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Pour démarrer un projet GitHub, vous devez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votre compte GitHub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Installer GitHub sur votre ordinateur</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un repository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Payer un abonnement mensuel</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1823910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409A7357-D05F-09F5-834B-7614F3A37E7E}"/>
              </a:ext>
            </a:extLst>
          </p:cNvPr>
          <p:cNvSpPr txBox="1"/>
          <p:nvPr/>
        </p:nvSpPr>
        <p:spPr>
          <a:xfrm>
            <a:off x="3048000" y="1806534"/>
            <a:ext cx="6096000" cy="3249287"/>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6</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Pour démarrer un projet GitHub, vous devez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votre compte GitHub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Installer GitHub sur votre ordinateur</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un repository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Payer un abonnement mensuel</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29603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15C66BB0-E72B-0FBE-1A87-2A81A73EB4D7}"/>
              </a:ext>
            </a:extLst>
          </p:cNvPr>
          <p:cNvSpPr txBox="1"/>
          <p:nvPr/>
        </p:nvSpPr>
        <p:spPr>
          <a:xfrm>
            <a:off x="3048000" y="2049615"/>
            <a:ext cx="6096000" cy="2817374"/>
          </a:xfrm>
          <a:prstGeom prst="rect">
            <a:avLst/>
          </a:prstGeom>
          <a:noFill/>
        </p:spPr>
        <p:txBody>
          <a:bodyPr wrap="square">
            <a:spAutoFit/>
          </a:bodyPr>
          <a:lstStyle/>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7</a:t>
            </a:r>
            <a:endParaRPr lang="fr-FR"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Pour installer Git, vous devez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Acheter une licence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un compte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Télécharger et configurer Git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Avoir un compte GitHub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54329059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898BC03B-9279-2882-2FF5-C53362B28275}"/>
              </a:ext>
            </a:extLst>
          </p:cNvPr>
          <p:cNvSpPr txBox="1"/>
          <p:nvPr/>
        </p:nvSpPr>
        <p:spPr>
          <a:xfrm>
            <a:off x="3048000" y="2049615"/>
            <a:ext cx="6096000" cy="2817374"/>
          </a:xfrm>
          <a:prstGeom prst="rect">
            <a:avLst/>
          </a:prstGeom>
          <a:noFill/>
        </p:spPr>
        <p:txBody>
          <a:bodyPr wrap="square">
            <a:spAutoFit/>
          </a:bodyPr>
          <a:lstStyle/>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7</a:t>
            </a:r>
            <a:endParaRPr lang="fr-FR"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Pour installer Git, vous devez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Acheter une licence</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un compte Git</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Télécharger et configurer Git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Avoir un compte GitHub</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43317620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E2B7CA56-80A8-33AF-87B0-E1905FE52048}"/>
              </a:ext>
            </a:extLst>
          </p:cNvPr>
          <p:cNvSpPr txBox="1"/>
          <p:nvPr/>
        </p:nvSpPr>
        <p:spPr>
          <a:xfrm>
            <a:off x="3048000" y="2049453"/>
            <a:ext cx="6096000" cy="3156826"/>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8</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Quelle commande permet d'initialiser son projet dans Git Bash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init</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start</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initial</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80007226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ABE18F1F-4BA6-61D3-5F40-AD774C436CAC}"/>
              </a:ext>
            </a:extLst>
          </p:cNvPr>
          <p:cNvSpPr txBox="1"/>
          <p:nvPr/>
        </p:nvSpPr>
        <p:spPr>
          <a:xfrm>
            <a:off x="3048000" y="2049453"/>
            <a:ext cx="6096000" cy="3156826"/>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8</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Quelle commande permet d'initialiser son projet dans Git Bash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init</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strike="sngStrike"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start</a:t>
            </a:r>
            <a:endParaRPr lang="fr-FR" strike="sngStrike"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strike="sngStrike"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a:t>
            </a:r>
            <a:endParaRPr lang="fr-FR" strike="sngStrike"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strike="sngStrike"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initial</a:t>
            </a:r>
            <a:endParaRPr lang="fr-FR" strike="sngStrike"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27260870"/>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2600</TotalTime>
  <Words>2308</Words>
  <Application>Microsoft Office PowerPoint</Application>
  <PresentationFormat>Grand écran</PresentationFormat>
  <Paragraphs>388</Paragraphs>
  <Slides>57</Slides>
  <Notes>0</Notes>
  <HiddenSlides>6</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57</vt:i4>
      </vt:variant>
    </vt:vector>
  </HeadingPairs>
  <TitlesOfParts>
    <vt:vector size="64" baseType="lpstr">
      <vt:lpstr>Arial</vt:lpstr>
      <vt:lpstr>Calibri</vt:lpstr>
      <vt:lpstr>Calibri Light</vt:lpstr>
      <vt:lpstr>Courier New</vt:lpstr>
      <vt:lpstr>Inter</vt:lpstr>
      <vt:lpstr>Wingdings</vt:lpstr>
      <vt:lpstr>Thème Office</vt:lpstr>
      <vt:lpstr>Présentation PowerPoint</vt:lpstr>
      <vt:lpstr>Sommaire</vt:lpstr>
      <vt:lpstr>Dépôt local et gestion de versions, pourquoi faire ?</vt:lpstr>
      <vt:lpstr>Dépôt local et gestion de versions, pourquoi faire ?</vt:lpstr>
      <vt:lpstr>Dépôt local et gestion de versions, pourquoi faire ?</vt:lpstr>
      <vt:lpstr>Dépôt local et gestion de versions, pourquoi faire ?</vt:lpstr>
      <vt:lpstr>Dépôt local et gestion de versions, pourquoi faire ?</vt:lpstr>
      <vt:lpstr>Dépôt local et gestion de versions, pourquoi faire ?</vt:lpstr>
      <vt:lpstr>Dépôt local et gestion de versions, pourquoi faire ?</vt:lpstr>
      <vt:lpstr>Pourquoi utiliser un dépôt distant ?</vt:lpstr>
      <vt:lpstr>Pourquoi utiliser un dépôt distant ?</vt:lpstr>
      <vt:lpstr>Pourquoi utiliser un dépôt distant ?</vt:lpstr>
      <vt:lpstr>Pourquoi utiliser un dépôt distant ?</vt:lpstr>
      <vt:lpstr>Pourquoi utiliser un dépôt distant ?</vt:lpstr>
      <vt:lpstr>GIT, le contrôle de version local</vt:lpstr>
      <vt:lpstr>Présentation PowerPoint</vt:lpstr>
      <vt:lpstr>Présentation PowerPoint</vt:lpstr>
      <vt:lpstr>Comment GIT et GIT Hub fonctionnent ensemble ?</vt:lpstr>
      <vt:lpstr>Comment GIT et GIT Hub fonctionnent ensemble ?</vt:lpstr>
      <vt:lpstr>Comment GIT et GIT Hub fonctionnent ensemble ?</vt:lpstr>
      <vt:lpstr>Création d’un compte</vt:lpstr>
      <vt:lpstr>Création d’un dépôt sur </vt:lpstr>
      <vt:lpstr>Création d’un dépôt sur </vt:lpstr>
      <vt:lpstr>Création d’un dépôt sur </vt:lpstr>
      <vt:lpstr>Travailler avec un dépôt distant</vt:lpstr>
      <vt:lpstr>Travailler avec un dépôt distant</vt:lpstr>
      <vt:lpstr>Présentation PowerPoint</vt:lpstr>
      <vt:lpstr>Authentification sur </vt:lpstr>
      <vt:lpstr>Authentification sur </vt:lpstr>
      <vt:lpstr>Authentification sur </vt:lpstr>
      <vt:lpstr>Création d’un dépôt sur </vt:lpstr>
      <vt:lpstr>Collaborer avec un dépôt distant</vt:lpstr>
      <vt:lpstr>En résumé</vt:lpstr>
      <vt:lpstr>En résumé</vt:lpstr>
      <vt:lpstr>Le système de branches</vt:lpstr>
      <vt:lpstr>Créer une branche</vt:lpstr>
      <vt:lpstr>Fusionner des branches</vt:lpstr>
      <vt:lpstr>Collaborer avec un dépôt distant</vt:lpstr>
      <vt:lpstr>Collaborer avec un dépôt distant</vt:lpstr>
      <vt:lpstr>En résumé</vt:lpstr>
      <vt:lpstr>Présentation PowerPoint</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Benjamin Robert</dc:creator>
  <cp:lastModifiedBy>Benjamin Robert</cp:lastModifiedBy>
  <cp:revision>2</cp:revision>
  <dcterms:created xsi:type="dcterms:W3CDTF">2023-11-06T18:24:08Z</dcterms:created>
  <dcterms:modified xsi:type="dcterms:W3CDTF">2025-11-07T11:00:33Z</dcterms:modified>
</cp:coreProperties>
</file>