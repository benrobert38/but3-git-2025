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86" r:id="rId3"/>
    <p:sldId id="287" r:id="rId4"/>
    <p:sldId id="288" r:id="rId5"/>
    <p:sldId id="289" r:id="rId6"/>
    <p:sldId id="290" r:id="rId7"/>
    <p:sldId id="291" r:id="rId8"/>
    <p:sldId id="292" r:id="rId9"/>
    <p:sldId id="293" r:id="rId10"/>
    <p:sldId id="294" r:id="rId11"/>
    <p:sldId id="295" r:id="rId12"/>
    <p:sldId id="296" r:id="rId13"/>
    <p:sldId id="297" r:id="rId14"/>
    <p:sldId id="298" r:id="rId15"/>
    <p:sldId id="299" r:id="rId16"/>
    <p:sldId id="300" r:id="rId17"/>
    <p:sldId id="301" r:id="rId18"/>
    <p:sldId id="258" r:id="rId19"/>
    <p:sldId id="260" r:id="rId20"/>
    <p:sldId id="261" r:id="rId21"/>
    <p:sldId id="284" r:id="rId22"/>
    <p:sldId id="263" r:id="rId23"/>
    <p:sldId id="262" r:id="rId24"/>
    <p:sldId id="264" r:id="rId25"/>
    <p:sldId id="274" r:id="rId26"/>
    <p:sldId id="275" r:id="rId27"/>
    <p:sldId id="265" r:id="rId28"/>
    <p:sldId id="266" r:id="rId29"/>
    <p:sldId id="273" r:id="rId30"/>
    <p:sldId id="272" r:id="rId31"/>
    <p:sldId id="268" r:id="rId32"/>
    <p:sldId id="269" r:id="rId33"/>
    <p:sldId id="270" r:id="rId34"/>
    <p:sldId id="271" r:id="rId35"/>
    <p:sldId id="267" r:id="rId36"/>
    <p:sldId id="276" r:id="rId37"/>
    <p:sldId id="277" r:id="rId38"/>
    <p:sldId id="278" r:id="rId39"/>
    <p:sldId id="279" r:id="rId40"/>
    <p:sldId id="280" r:id="rId41"/>
    <p:sldId id="281" r:id="rId42"/>
    <p:sldId id="282" r:id="rId43"/>
    <p:sldId id="283" r:id="rId44"/>
    <p:sldId id="259" r:id="rId45"/>
    <p:sldId id="313" r:id="rId46"/>
    <p:sldId id="314" r:id="rId47"/>
    <p:sldId id="315" r:id="rId48"/>
    <p:sldId id="316" r:id="rId49"/>
    <p:sldId id="317" r:id="rId50"/>
    <p:sldId id="318" r:id="rId51"/>
    <p:sldId id="319" r:id="rId52"/>
    <p:sldId id="320" r:id="rId53"/>
    <p:sldId id="321" r:id="rId54"/>
    <p:sldId id="322" r:id="rId55"/>
    <p:sldId id="323" r:id="rId56"/>
    <p:sldId id="324" r:id="rId57"/>
    <p:sldId id="325" r:id="rId58"/>
    <p:sldId id="326" r:id="rId59"/>
    <p:sldId id="327" r:id="rId60"/>
    <p:sldId id="328" r:id="rId61"/>
    <p:sldId id="285" r:id="rId6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0" d="100"/>
          <a:sy n="110" d="100"/>
        </p:scale>
        <p:origin x="4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jamin Robert" userId="bdf697ffd98a8826" providerId="LiveId" clId="{E651367B-8E57-43F2-B629-B9D3A634995C}"/>
    <pc:docChg chg="custSel modSld">
      <pc:chgData name="Benjamin Robert" userId="bdf697ffd98a8826" providerId="LiveId" clId="{E651367B-8E57-43F2-B629-B9D3A634995C}" dt="2025-11-11T10:13:53.429" v="41" actId="729"/>
      <pc:docMkLst>
        <pc:docMk/>
      </pc:docMkLst>
      <pc:sldChg chg="modSp mod">
        <pc:chgData name="Benjamin Robert" userId="bdf697ffd98a8826" providerId="LiveId" clId="{E651367B-8E57-43F2-B629-B9D3A634995C}" dt="2025-11-07T10:55:24.619" v="5" actId="20577"/>
        <pc:sldMkLst>
          <pc:docMk/>
          <pc:sldMk cId="3992679617" sldId="257"/>
        </pc:sldMkLst>
        <pc:spChg chg="mod">
          <ac:chgData name="Benjamin Robert" userId="bdf697ffd98a8826" providerId="LiveId" clId="{E651367B-8E57-43F2-B629-B9D3A634995C}" dt="2025-11-07T10:55:24.619" v="5" actId="20577"/>
          <ac:spMkLst>
            <pc:docMk/>
            <pc:sldMk cId="3992679617" sldId="257"/>
            <ac:spMk id="8" creationId="{70EC97A9-C9C2-E981-DD31-BC49159387F3}"/>
          </ac:spMkLst>
        </pc:spChg>
      </pc:sldChg>
      <pc:sldChg chg="modSp mod">
        <pc:chgData name="Benjamin Robert" userId="bdf697ffd98a8826" providerId="LiveId" clId="{E651367B-8E57-43F2-B629-B9D3A634995C}" dt="2025-11-07T10:56:10.418" v="11" actId="20577"/>
        <pc:sldMkLst>
          <pc:docMk/>
          <pc:sldMk cId="2482331802" sldId="262"/>
        </pc:sldMkLst>
        <pc:spChg chg="mod">
          <ac:chgData name="Benjamin Robert" userId="bdf697ffd98a8826" providerId="LiveId" clId="{E651367B-8E57-43F2-B629-B9D3A634995C}" dt="2025-11-07T10:56:10.418" v="11" actId="20577"/>
          <ac:spMkLst>
            <pc:docMk/>
            <pc:sldMk cId="2482331802" sldId="262"/>
            <ac:spMk id="8" creationId="{EE024624-B130-CF32-F2FC-5DD5785F9F8D}"/>
          </ac:spMkLst>
        </pc:spChg>
      </pc:sldChg>
      <pc:sldChg chg="modSp mod">
        <pc:chgData name="Benjamin Robert" userId="bdf697ffd98a8826" providerId="LiveId" clId="{E651367B-8E57-43F2-B629-B9D3A634995C}" dt="2025-11-07T10:56:32.410" v="20" actId="20577"/>
        <pc:sldMkLst>
          <pc:docMk/>
          <pc:sldMk cId="3577794057" sldId="263"/>
        </pc:sldMkLst>
        <pc:spChg chg="mod">
          <ac:chgData name="Benjamin Robert" userId="bdf697ffd98a8826" providerId="LiveId" clId="{E651367B-8E57-43F2-B629-B9D3A634995C}" dt="2025-11-07T10:56:32.410" v="20" actId="20577"/>
          <ac:spMkLst>
            <pc:docMk/>
            <pc:sldMk cId="3577794057" sldId="263"/>
            <ac:spMk id="3" creationId="{10CBD4CE-17AA-F81B-8661-F3297E1E6033}"/>
          </ac:spMkLst>
        </pc:spChg>
        <pc:spChg chg="mod">
          <ac:chgData name="Benjamin Robert" userId="bdf697ffd98a8826" providerId="LiveId" clId="{E651367B-8E57-43F2-B629-B9D3A634995C}" dt="2025-11-07T10:56:16.350" v="14" actId="20577"/>
          <ac:spMkLst>
            <pc:docMk/>
            <pc:sldMk cId="3577794057" sldId="263"/>
            <ac:spMk id="4" creationId="{87D9624F-3089-C5D1-08D2-A716E09F8947}"/>
          </ac:spMkLst>
        </pc:spChg>
      </pc:sldChg>
      <pc:sldChg chg="modSp mod">
        <pc:chgData name="Benjamin Robert" userId="bdf697ffd98a8826" providerId="LiveId" clId="{E651367B-8E57-43F2-B629-B9D3A634995C}" dt="2025-11-07T10:56:04.492" v="8" actId="20577"/>
        <pc:sldMkLst>
          <pc:docMk/>
          <pc:sldMk cId="3315754511" sldId="264"/>
        </pc:sldMkLst>
        <pc:spChg chg="mod">
          <ac:chgData name="Benjamin Robert" userId="bdf697ffd98a8826" providerId="LiveId" clId="{E651367B-8E57-43F2-B629-B9D3A634995C}" dt="2025-11-07T10:56:04.492" v="8" actId="20577"/>
          <ac:spMkLst>
            <pc:docMk/>
            <pc:sldMk cId="3315754511" sldId="264"/>
            <ac:spMk id="11" creationId="{734F3402-F1C9-8E1E-E577-1581977F9EF9}"/>
          </ac:spMkLst>
        </pc:spChg>
      </pc:sldChg>
      <pc:sldChg chg="modSp mod">
        <pc:chgData name="Benjamin Robert" userId="bdf697ffd98a8826" providerId="LiveId" clId="{E651367B-8E57-43F2-B629-B9D3A634995C}" dt="2025-11-07T10:56:59.059" v="22" actId="33524"/>
        <pc:sldMkLst>
          <pc:docMk/>
          <pc:sldMk cId="541211659" sldId="265"/>
        </pc:sldMkLst>
        <pc:spChg chg="mod">
          <ac:chgData name="Benjamin Robert" userId="bdf697ffd98a8826" providerId="LiveId" clId="{E651367B-8E57-43F2-B629-B9D3A634995C}" dt="2025-11-07T10:56:59.059" v="22" actId="33524"/>
          <ac:spMkLst>
            <pc:docMk/>
            <pc:sldMk cId="541211659" sldId="265"/>
            <ac:spMk id="7" creationId="{D4AA2446-5520-53A3-D946-C342B598E736}"/>
          </ac:spMkLst>
        </pc:spChg>
      </pc:sldChg>
      <pc:sldChg chg="modSp mod">
        <pc:chgData name="Benjamin Robert" userId="bdf697ffd98a8826" providerId="LiveId" clId="{E651367B-8E57-43F2-B629-B9D3A634995C}" dt="2025-11-07T10:57:15.418" v="24" actId="20577"/>
        <pc:sldMkLst>
          <pc:docMk/>
          <pc:sldMk cId="2921444526" sldId="266"/>
        </pc:sldMkLst>
        <pc:spChg chg="mod">
          <ac:chgData name="Benjamin Robert" userId="bdf697ffd98a8826" providerId="LiveId" clId="{E651367B-8E57-43F2-B629-B9D3A634995C}" dt="2025-11-07T10:57:15.418" v="24" actId="20577"/>
          <ac:spMkLst>
            <pc:docMk/>
            <pc:sldMk cId="2921444526" sldId="266"/>
            <ac:spMk id="6" creationId="{E3B5B8F1-2EDB-AF71-0407-F124EF306678}"/>
          </ac:spMkLst>
        </pc:spChg>
      </pc:sldChg>
      <pc:sldChg chg="modSp mod">
        <pc:chgData name="Benjamin Robert" userId="bdf697ffd98a8826" providerId="LiveId" clId="{E651367B-8E57-43F2-B629-B9D3A634995C}" dt="2025-11-07T10:57:54.930" v="38" actId="20577"/>
        <pc:sldMkLst>
          <pc:docMk/>
          <pc:sldMk cId="3306729575" sldId="267"/>
        </pc:sldMkLst>
        <pc:spChg chg="mod">
          <ac:chgData name="Benjamin Robert" userId="bdf697ffd98a8826" providerId="LiveId" clId="{E651367B-8E57-43F2-B629-B9D3A634995C}" dt="2025-11-07T10:57:54.930" v="38" actId="20577"/>
          <ac:spMkLst>
            <pc:docMk/>
            <pc:sldMk cId="3306729575" sldId="267"/>
            <ac:spMk id="6" creationId="{E3B5B8F1-2EDB-AF71-0407-F124EF306678}"/>
          </ac:spMkLst>
        </pc:spChg>
      </pc:sldChg>
      <pc:sldChg chg="modSp mod">
        <pc:chgData name="Benjamin Robert" userId="bdf697ffd98a8826" providerId="LiveId" clId="{E651367B-8E57-43F2-B629-B9D3A634995C}" dt="2025-11-07T10:57:33.594" v="30" actId="20577"/>
        <pc:sldMkLst>
          <pc:docMk/>
          <pc:sldMk cId="2180008669" sldId="268"/>
        </pc:sldMkLst>
        <pc:spChg chg="mod">
          <ac:chgData name="Benjamin Robert" userId="bdf697ffd98a8826" providerId="LiveId" clId="{E651367B-8E57-43F2-B629-B9D3A634995C}" dt="2025-11-07T10:57:33.594" v="30" actId="20577"/>
          <ac:spMkLst>
            <pc:docMk/>
            <pc:sldMk cId="2180008669" sldId="268"/>
            <ac:spMk id="3" creationId="{C7A004FB-98B0-FB36-222A-1BC4AEE84301}"/>
          </ac:spMkLst>
        </pc:spChg>
      </pc:sldChg>
      <pc:sldChg chg="modSp mod">
        <pc:chgData name="Benjamin Robert" userId="bdf697ffd98a8826" providerId="LiveId" clId="{E651367B-8E57-43F2-B629-B9D3A634995C}" dt="2025-11-07T10:57:37.580" v="32" actId="20577"/>
        <pc:sldMkLst>
          <pc:docMk/>
          <pc:sldMk cId="2330191717" sldId="269"/>
        </pc:sldMkLst>
        <pc:spChg chg="mod">
          <ac:chgData name="Benjamin Robert" userId="bdf697ffd98a8826" providerId="LiveId" clId="{E651367B-8E57-43F2-B629-B9D3A634995C}" dt="2025-11-07T10:57:37.580" v="32" actId="20577"/>
          <ac:spMkLst>
            <pc:docMk/>
            <pc:sldMk cId="2330191717" sldId="269"/>
            <ac:spMk id="6" creationId="{E3B5B8F1-2EDB-AF71-0407-F124EF306678}"/>
          </ac:spMkLst>
        </pc:spChg>
      </pc:sldChg>
      <pc:sldChg chg="modSp mod">
        <pc:chgData name="Benjamin Robert" userId="bdf697ffd98a8826" providerId="LiveId" clId="{E651367B-8E57-43F2-B629-B9D3A634995C}" dt="2025-11-07T10:57:43.795" v="34" actId="20577"/>
        <pc:sldMkLst>
          <pc:docMk/>
          <pc:sldMk cId="878652130" sldId="270"/>
        </pc:sldMkLst>
        <pc:spChg chg="mod">
          <ac:chgData name="Benjamin Robert" userId="bdf697ffd98a8826" providerId="LiveId" clId="{E651367B-8E57-43F2-B629-B9D3A634995C}" dt="2025-11-07T10:57:43.795" v="34" actId="20577"/>
          <ac:spMkLst>
            <pc:docMk/>
            <pc:sldMk cId="878652130" sldId="270"/>
            <ac:spMk id="6" creationId="{E3B5B8F1-2EDB-AF71-0407-F124EF306678}"/>
          </ac:spMkLst>
        </pc:spChg>
      </pc:sldChg>
      <pc:sldChg chg="modSp mod">
        <pc:chgData name="Benjamin Robert" userId="bdf697ffd98a8826" providerId="LiveId" clId="{E651367B-8E57-43F2-B629-B9D3A634995C}" dt="2025-11-07T10:57:47.917" v="36" actId="20577"/>
        <pc:sldMkLst>
          <pc:docMk/>
          <pc:sldMk cId="1383641006" sldId="271"/>
        </pc:sldMkLst>
        <pc:spChg chg="mod">
          <ac:chgData name="Benjamin Robert" userId="bdf697ffd98a8826" providerId="LiveId" clId="{E651367B-8E57-43F2-B629-B9D3A634995C}" dt="2025-11-07T10:57:47.917" v="36" actId="20577"/>
          <ac:spMkLst>
            <pc:docMk/>
            <pc:sldMk cId="1383641006" sldId="271"/>
            <ac:spMk id="6" creationId="{E3B5B8F1-2EDB-AF71-0407-F124EF306678}"/>
          </ac:spMkLst>
        </pc:spChg>
      </pc:sldChg>
      <pc:sldChg chg="modSp mod">
        <pc:chgData name="Benjamin Robert" userId="bdf697ffd98a8826" providerId="LiveId" clId="{E651367B-8E57-43F2-B629-B9D3A634995C}" dt="2025-11-07T10:57:28.588" v="28" actId="20577"/>
        <pc:sldMkLst>
          <pc:docMk/>
          <pc:sldMk cId="3431075668" sldId="272"/>
        </pc:sldMkLst>
        <pc:spChg chg="mod">
          <ac:chgData name="Benjamin Robert" userId="bdf697ffd98a8826" providerId="LiveId" clId="{E651367B-8E57-43F2-B629-B9D3A634995C}" dt="2025-11-07T10:57:28.588" v="28" actId="20577"/>
          <ac:spMkLst>
            <pc:docMk/>
            <pc:sldMk cId="3431075668" sldId="272"/>
            <ac:spMk id="3" creationId="{01994174-18D3-EE79-132A-0F8BFF2E2A46}"/>
          </ac:spMkLst>
        </pc:spChg>
      </pc:sldChg>
      <pc:sldChg chg="modSp mod">
        <pc:chgData name="Benjamin Robert" userId="bdf697ffd98a8826" providerId="LiveId" clId="{E651367B-8E57-43F2-B629-B9D3A634995C}" dt="2025-11-07T10:57:24.238" v="26" actId="20577"/>
        <pc:sldMkLst>
          <pc:docMk/>
          <pc:sldMk cId="2345905708" sldId="273"/>
        </pc:sldMkLst>
        <pc:spChg chg="mod">
          <ac:chgData name="Benjamin Robert" userId="bdf697ffd98a8826" providerId="LiveId" clId="{E651367B-8E57-43F2-B629-B9D3A634995C}" dt="2025-11-07T10:57:24.238" v="26" actId="20577"/>
          <ac:spMkLst>
            <pc:docMk/>
            <pc:sldMk cId="2345905708" sldId="273"/>
            <ac:spMk id="8" creationId="{22BF6912-A971-268F-0F65-2D76B53D911A}"/>
          </ac:spMkLst>
        </pc:spChg>
      </pc:sldChg>
      <pc:sldChg chg="modSp mod">
        <pc:chgData name="Benjamin Robert" userId="bdf697ffd98a8826" providerId="LiveId" clId="{E651367B-8E57-43F2-B629-B9D3A634995C}" dt="2025-11-07T10:58:12.293" v="40" actId="20577"/>
        <pc:sldMkLst>
          <pc:docMk/>
          <pc:sldMk cId="390149811" sldId="277"/>
        </pc:sldMkLst>
        <pc:spChg chg="mod">
          <ac:chgData name="Benjamin Robert" userId="bdf697ffd98a8826" providerId="LiveId" clId="{E651367B-8E57-43F2-B629-B9D3A634995C}" dt="2025-11-07T10:58:12.293" v="40" actId="20577"/>
          <ac:spMkLst>
            <pc:docMk/>
            <pc:sldMk cId="390149811" sldId="277"/>
            <ac:spMk id="2" creationId="{D4CC8308-7470-E3AC-5095-9A62E756F2C2}"/>
          </ac:spMkLst>
        </pc:spChg>
      </pc:sldChg>
      <pc:sldChg chg="modSp mod">
        <pc:chgData name="Benjamin Robert" userId="bdf697ffd98a8826" providerId="LiveId" clId="{E651367B-8E57-43F2-B629-B9D3A634995C}" dt="2025-11-06T17:02:59.446" v="1" actId="20577"/>
        <pc:sldMkLst>
          <pc:docMk/>
          <pc:sldMk cId="102400149" sldId="285"/>
        </pc:sldMkLst>
        <pc:spChg chg="mod">
          <ac:chgData name="Benjamin Robert" userId="bdf697ffd98a8826" providerId="LiveId" clId="{E651367B-8E57-43F2-B629-B9D3A634995C}" dt="2025-11-06T17:02:59.446" v="1" actId="20577"/>
          <ac:spMkLst>
            <pc:docMk/>
            <pc:sldMk cId="102400149" sldId="285"/>
            <ac:spMk id="3" creationId="{4492CAFD-055C-71C9-49E6-B601EDC86D9E}"/>
          </ac:spMkLst>
        </pc:spChg>
      </pc:sldChg>
      <pc:sldChg chg="mod modShow">
        <pc:chgData name="Benjamin Robert" userId="bdf697ffd98a8826" providerId="LiveId" clId="{E651367B-8E57-43F2-B629-B9D3A634995C}" dt="2025-11-11T10:13:53.429" v="41" actId="729"/>
        <pc:sldMkLst>
          <pc:docMk/>
          <pc:sldMk cId="44179626" sldId="286"/>
        </pc:sldMkLst>
      </pc:sldChg>
      <pc:sldChg chg="mod modShow">
        <pc:chgData name="Benjamin Robert" userId="bdf697ffd98a8826" providerId="LiveId" clId="{E651367B-8E57-43F2-B629-B9D3A634995C}" dt="2025-11-11T10:13:53.429" v="41" actId="729"/>
        <pc:sldMkLst>
          <pc:docMk/>
          <pc:sldMk cId="3554028605" sldId="287"/>
        </pc:sldMkLst>
      </pc:sldChg>
      <pc:sldChg chg="mod modShow">
        <pc:chgData name="Benjamin Robert" userId="bdf697ffd98a8826" providerId="LiveId" clId="{E651367B-8E57-43F2-B629-B9D3A634995C}" dt="2025-11-11T10:13:53.429" v="41" actId="729"/>
        <pc:sldMkLst>
          <pc:docMk/>
          <pc:sldMk cId="1567615400" sldId="288"/>
        </pc:sldMkLst>
      </pc:sldChg>
      <pc:sldChg chg="mod modShow">
        <pc:chgData name="Benjamin Robert" userId="bdf697ffd98a8826" providerId="LiveId" clId="{E651367B-8E57-43F2-B629-B9D3A634995C}" dt="2025-11-11T10:13:53.429" v="41" actId="729"/>
        <pc:sldMkLst>
          <pc:docMk/>
          <pc:sldMk cId="1310656602" sldId="289"/>
        </pc:sldMkLst>
      </pc:sldChg>
      <pc:sldChg chg="mod modShow">
        <pc:chgData name="Benjamin Robert" userId="bdf697ffd98a8826" providerId="LiveId" clId="{E651367B-8E57-43F2-B629-B9D3A634995C}" dt="2025-11-11T10:13:53.429" v="41" actId="729"/>
        <pc:sldMkLst>
          <pc:docMk/>
          <pc:sldMk cId="3429787734" sldId="290"/>
        </pc:sldMkLst>
      </pc:sldChg>
      <pc:sldChg chg="mod modShow">
        <pc:chgData name="Benjamin Robert" userId="bdf697ffd98a8826" providerId="LiveId" clId="{E651367B-8E57-43F2-B629-B9D3A634995C}" dt="2025-11-11T10:13:53.429" v="41" actId="729"/>
        <pc:sldMkLst>
          <pc:docMk/>
          <pc:sldMk cId="1059915770" sldId="291"/>
        </pc:sldMkLst>
      </pc:sldChg>
      <pc:sldChg chg="mod modShow">
        <pc:chgData name="Benjamin Robert" userId="bdf697ffd98a8826" providerId="LiveId" clId="{E651367B-8E57-43F2-B629-B9D3A634995C}" dt="2025-11-11T10:13:53.429" v="41" actId="729"/>
        <pc:sldMkLst>
          <pc:docMk/>
          <pc:sldMk cId="217961152" sldId="292"/>
        </pc:sldMkLst>
      </pc:sldChg>
      <pc:sldChg chg="mod modShow">
        <pc:chgData name="Benjamin Robert" userId="bdf697ffd98a8826" providerId="LiveId" clId="{E651367B-8E57-43F2-B629-B9D3A634995C}" dt="2025-11-11T10:13:53.429" v="41" actId="729"/>
        <pc:sldMkLst>
          <pc:docMk/>
          <pc:sldMk cId="312977419" sldId="293"/>
        </pc:sldMkLst>
      </pc:sldChg>
      <pc:sldChg chg="mod modShow">
        <pc:chgData name="Benjamin Robert" userId="bdf697ffd98a8826" providerId="LiveId" clId="{E651367B-8E57-43F2-B629-B9D3A634995C}" dt="2025-11-11T10:13:53.429" v="41" actId="729"/>
        <pc:sldMkLst>
          <pc:docMk/>
          <pc:sldMk cId="959204435" sldId="294"/>
        </pc:sldMkLst>
      </pc:sldChg>
      <pc:sldChg chg="mod modShow">
        <pc:chgData name="Benjamin Robert" userId="bdf697ffd98a8826" providerId="LiveId" clId="{E651367B-8E57-43F2-B629-B9D3A634995C}" dt="2025-11-11T10:13:53.429" v="41" actId="729"/>
        <pc:sldMkLst>
          <pc:docMk/>
          <pc:sldMk cId="2733626490" sldId="295"/>
        </pc:sldMkLst>
      </pc:sldChg>
      <pc:sldChg chg="mod modShow">
        <pc:chgData name="Benjamin Robert" userId="bdf697ffd98a8826" providerId="LiveId" clId="{E651367B-8E57-43F2-B629-B9D3A634995C}" dt="2025-11-11T10:13:53.429" v="41" actId="729"/>
        <pc:sldMkLst>
          <pc:docMk/>
          <pc:sldMk cId="1182391076" sldId="296"/>
        </pc:sldMkLst>
      </pc:sldChg>
      <pc:sldChg chg="mod modShow">
        <pc:chgData name="Benjamin Robert" userId="bdf697ffd98a8826" providerId="LiveId" clId="{E651367B-8E57-43F2-B629-B9D3A634995C}" dt="2025-11-11T10:13:53.429" v="41" actId="729"/>
        <pc:sldMkLst>
          <pc:docMk/>
          <pc:sldMk cId="32960323" sldId="297"/>
        </pc:sldMkLst>
      </pc:sldChg>
      <pc:sldChg chg="mod modShow">
        <pc:chgData name="Benjamin Robert" userId="bdf697ffd98a8826" providerId="LiveId" clId="{E651367B-8E57-43F2-B629-B9D3A634995C}" dt="2025-11-11T10:13:53.429" v="41" actId="729"/>
        <pc:sldMkLst>
          <pc:docMk/>
          <pc:sldMk cId="3543290598" sldId="298"/>
        </pc:sldMkLst>
      </pc:sldChg>
      <pc:sldChg chg="mod modShow">
        <pc:chgData name="Benjamin Robert" userId="bdf697ffd98a8826" providerId="LiveId" clId="{E651367B-8E57-43F2-B629-B9D3A634995C}" dt="2025-11-11T10:13:53.429" v="41" actId="729"/>
        <pc:sldMkLst>
          <pc:docMk/>
          <pc:sldMk cId="1433176206" sldId="299"/>
        </pc:sldMkLst>
      </pc:sldChg>
      <pc:sldChg chg="mod modShow">
        <pc:chgData name="Benjamin Robert" userId="bdf697ffd98a8826" providerId="LiveId" clId="{E651367B-8E57-43F2-B629-B9D3A634995C}" dt="2025-11-11T10:13:53.429" v="41" actId="729"/>
        <pc:sldMkLst>
          <pc:docMk/>
          <pc:sldMk cId="1800072261" sldId="300"/>
        </pc:sldMkLst>
      </pc:sldChg>
      <pc:sldChg chg="mod modShow">
        <pc:chgData name="Benjamin Robert" userId="bdf697ffd98a8826" providerId="LiveId" clId="{E651367B-8E57-43F2-B629-B9D3A634995C}" dt="2025-11-11T10:13:53.429" v="41" actId="729"/>
        <pc:sldMkLst>
          <pc:docMk/>
          <pc:sldMk cId="3727260870" sldId="301"/>
        </pc:sldMkLst>
      </pc:sldChg>
    </pc:docChg>
  </pc:docChgLst>
  <pc:docChgLst>
    <pc:chgData name="Benjamin Robert" userId="bdf697ffd98a8826" providerId="LiveId" clId="{F9B987AF-30B6-492A-8DDE-7756DD1863D2}"/>
    <pc:docChg chg="undo custSel addSld modSld">
      <pc:chgData name="Benjamin Robert" userId="bdf697ffd98a8826" providerId="LiveId" clId="{F9B987AF-30B6-492A-8DDE-7756DD1863D2}" dt="2023-11-15T07:47:27.418" v="530" actId="478"/>
      <pc:docMkLst>
        <pc:docMk/>
      </pc:docMkLst>
      <pc:sldChg chg="modSp mod">
        <pc:chgData name="Benjamin Robert" userId="bdf697ffd98a8826" providerId="LiveId" clId="{F9B987AF-30B6-492A-8DDE-7756DD1863D2}" dt="2023-11-12T11:41:51.410" v="495" actId="20577"/>
        <pc:sldMkLst>
          <pc:docMk/>
          <pc:sldMk cId="3306729575" sldId="267"/>
        </pc:sldMkLst>
      </pc:sldChg>
      <pc:sldChg chg="addSp delSp modSp mod">
        <pc:chgData name="Benjamin Robert" userId="bdf697ffd98a8826" providerId="LiveId" clId="{F9B987AF-30B6-492A-8DDE-7756DD1863D2}" dt="2023-11-12T11:14:29.130" v="77" actId="207"/>
        <pc:sldMkLst>
          <pc:docMk/>
          <pc:sldMk cId="2793421511" sldId="279"/>
        </pc:sldMkLst>
      </pc:sldChg>
      <pc:sldChg chg="addSp delSp modSp add mod">
        <pc:chgData name="Benjamin Robert" userId="bdf697ffd98a8826" providerId="LiveId" clId="{F9B987AF-30B6-492A-8DDE-7756DD1863D2}" dt="2023-11-12T11:16:28.712" v="93" actId="20577"/>
        <pc:sldMkLst>
          <pc:docMk/>
          <pc:sldMk cId="319150255" sldId="280"/>
        </pc:sldMkLst>
      </pc:sldChg>
      <pc:sldChg chg="addSp delSp modSp add mod">
        <pc:chgData name="Benjamin Robert" userId="bdf697ffd98a8826" providerId="LiveId" clId="{F9B987AF-30B6-492A-8DDE-7756DD1863D2}" dt="2023-11-12T11:36:29.913" v="435" actId="20577"/>
        <pc:sldMkLst>
          <pc:docMk/>
          <pc:sldMk cId="2707278008" sldId="281"/>
        </pc:sldMkLst>
      </pc:sldChg>
      <pc:sldChg chg="addSp delSp modSp add mod">
        <pc:chgData name="Benjamin Robert" userId="bdf697ffd98a8826" providerId="LiveId" clId="{F9B987AF-30B6-492A-8DDE-7756DD1863D2}" dt="2023-11-12T11:40:11.538" v="492" actId="14100"/>
        <pc:sldMkLst>
          <pc:docMk/>
          <pc:sldMk cId="1283645738" sldId="282"/>
        </pc:sldMkLst>
      </pc:sldChg>
      <pc:sldChg chg="addSp delSp modSp add mod">
        <pc:chgData name="Benjamin Robert" userId="bdf697ffd98a8826" providerId="LiveId" clId="{F9B987AF-30B6-492A-8DDE-7756DD1863D2}" dt="2023-11-12T11:38:56.724" v="448" actId="114"/>
        <pc:sldMkLst>
          <pc:docMk/>
          <pc:sldMk cId="2310153840" sldId="283"/>
        </pc:sldMkLst>
      </pc:sldChg>
      <pc:sldChg chg="delSp modSp add mod">
        <pc:chgData name="Benjamin Robert" userId="bdf697ffd98a8826" providerId="LiveId" clId="{F9B987AF-30B6-492A-8DDE-7756DD1863D2}" dt="2023-11-13T07:42:43.079" v="502" actId="12789"/>
        <pc:sldMkLst>
          <pc:docMk/>
          <pc:sldMk cId="3848320328" sldId="284"/>
        </pc:sldMkLst>
      </pc:sldChg>
      <pc:sldChg chg="addSp delSp modSp new mod">
        <pc:chgData name="Benjamin Robert" userId="bdf697ffd98a8826" providerId="LiveId" clId="{F9B987AF-30B6-492A-8DDE-7756DD1863D2}" dt="2023-11-15T07:47:27.418" v="530" actId="478"/>
        <pc:sldMkLst>
          <pc:docMk/>
          <pc:sldMk cId="102400149" sldId="285"/>
        </pc:sldMkLst>
      </pc:sldChg>
    </pc:docChg>
  </pc:docChgLst>
  <pc:docChgLst>
    <pc:chgData name="Benjamin Robert" userId="bdf697ffd98a8826" providerId="LiveId" clId="{BAE0B02E-EB89-4593-87A8-4EFD4697154C}"/>
    <pc:docChg chg="undo custSel addSld delSld modSld">
      <pc:chgData name="Benjamin Robert" userId="bdf697ffd98a8826" providerId="LiveId" clId="{BAE0B02E-EB89-4593-87A8-4EFD4697154C}" dt="2024-11-13T17:03:50.193" v="56"/>
      <pc:docMkLst>
        <pc:docMk/>
      </pc:docMkLst>
      <pc:sldChg chg="modSp mod">
        <pc:chgData name="Benjamin Robert" userId="bdf697ffd98a8826" providerId="LiveId" clId="{BAE0B02E-EB89-4593-87A8-4EFD4697154C}" dt="2024-11-01T16:36:40.767" v="3" actId="20577"/>
        <pc:sldMkLst>
          <pc:docMk/>
          <pc:sldMk cId="3992679617" sldId="257"/>
        </pc:sldMkLst>
      </pc:sldChg>
      <pc:sldChg chg="addSp delSp modSp mod">
        <pc:chgData name="Benjamin Robert" userId="bdf697ffd98a8826" providerId="LiveId" clId="{BAE0B02E-EB89-4593-87A8-4EFD4697154C}" dt="2024-11-13T16:44:41.126" v="52" actId="6549"/>
        <pc:sldMkLst>
          <pc:docMk/>
          <pc:sldMk cId="2482331802" sldId="262"/>
        </pc:sldMkLst>
      </pc:sldChg>
      <pc:sldChg chg="addSp delSp modSp mod">
        <pc:chgData name="Benjamin Robert" userId="bdf697ffd98a8826" providerId="LiveId" clId="{BAE0B02E-EB89-4593-87A8-4EFD4697154C}" dt="2024-11-01T16:41:21.885" v="21"/>
        <pc:sldMkLst>
          <pc:docMk/>
          <pc:sldMk cId="3315754511" sldId="264"/>
        </pc:sldMkLst>
      </pc:sldChg>
      <pc:sldChg chg="addSp delSp modSp mod">
        <pc:chgData name="Benjamin Robert" userId="bdf697ffd98a8826" providerId="LiveId" clId="{BAE0B02E-EB89-4593-87A8-4EFD4697154C}" dt="2024-11-01T16:42:53.558" v="31"/>
        <pc:sldMkLst>
          <pc:docMk/>
          <pc:sldMk cId="2180008669" sldId="268"/>
        </pc:sldMkLst>
      </pc:sldChg>
      <pc:sldChg chg="addSp delSp modSp mod">
        <pc:chgData name="Benjamin Robert" userId="bdf697ffd98a8826" providerId="LiveId" clId="{BAE0B02E-EB89-4593-87A8-4EFD4697154C}" dt="2024-11-01T16:42:29.826" v="27"/>
        <pc:sldMkLst>
          <pc:docMk/>
          <pc:sldMk cId="3431075668" sldId="272"/>
        </pc:sldMkLst>
      </pc:sldChg>
      <pc:sldChg chg="addSp delSp modSp mod">
        <pc:chgData name="Benjamin Robert" userId="bdf697ffd98a8826" providerId="LiveId" clId="{BAE0B02E-EB89-4593-87A8-4EFD4697154C}" dt="2024-11-01T16:42:58.712" v="33"/>
        <pc:sldMkLst>
          <pc:docMk/>
          <pc:sldMk cId="2345905708" sldId="273"/>
        </pc:sldMkLst>
      </pc:sldChg>
      <pc:sldChg chg="addSp delSp modSp mod">
        <pc:chgData name="Benjamin Robert" userId="bdf697ffd98a8826" providerId="LiveId" clId="{BAE0B02E-EB89-4593-87A8-4EFD4697154C}" dt="2024-11-01T16:40:27.606" v="17"/>
        <pc:sldMkLst>
          <pc:docMk/>
          <pc:sldMk cId="2146532103" sldId="275"/>
        </pc:sldMkLst>
      </pc:sldChg>
      <pc:sldChg chg="addSp modSp mod">
        <pc:chgData name="Benjamin Robert" userId="bdf697ffd98a8826" providerId="LiveId" clId="{BAE0B02E-EB89-4593-87A8-4EFD4697154C}" dt="2024-11-13T16:42:56.126" v="45" actId="1076"/>
        <pc:sldMkLst>
          <pc:docMk/>
          <pc:sldMk cId="102400149" sldId="285"/>
        </pc:sldMkLst>
      </pc:sldChg>
      <pc:sldChg chg="add">
        <pc:chgData name="Benjamin Robert" userId="bdf697ffd98a8826" providerId="LiveId" clId="{BAE0B02E-EB89-4593-87A8-4EFD4697154C}" dt="2024-11-13T17:00:41.067" v="53"/>
        <pc:sldMkLst>
          <pc:docMk/>
          <pc:sldMk cId="44179626" sldId="286"/>
        </pc:sldMkLst>
      </pc:sldChg>
      <pc:sldChg chg="add">
        <pc:chgData name="Benjamin Robert" userId="bdf697ffd98a8826" providerId="LiveId" clId="{BAE0B02E-EB89-4593-87A8-4EFD4697154C}" dt="2024-11-13T17:00:41.067" v="53"/>
        <pc:sldMkLst>
          <pc:docMk/>
          <pc:sldMk cId="3554028605" sldId="287"/>
        </pc:sldMkLst>
      </pc:sldChg>
      <pc:sldChg chg="add">
        <pc:chgData name="Benjamin Robert" userId="bdf697ffd98a8826" providerId="LiveId" clId="{BAE0B02E-EB89-4593-87A8-4EFD4697154C}" dt="2024-11-13T17:00:41.067" v="53"/>
        <pc:sldMkLst>
          <pc:docMk/>
          <pc:sldMk cId="1567615400" sldId="288"/>
        </pc:sldMkLst>
      </pc:sldChg>
      <pc:sldChg chg="add">
        <pc:chgData name="Benjamin Robert" userId="bdf697ffd98a8826" providerId="LiveId" clId="{BAE0B02E-EB89-4593-87A8-4EFD4697154C}" dt="2024-11-13T17:00:41.067" v="53"/>
        <pc:sldMkLst>
          <pc:docMk/>
          <pc:sldMk cId="1310656602" sldId="289"/>
        </pc:sldMkLst>
      </pc:sldChg>
      <pc:sldChg chg="add">
        <pc:chgData name="Benjamin Robert" userId="bdf697ffd98a8826" providerId="LiveId" clId="{BAE0B02E-EB89-4593-87A8-4EFD4697154C}" dt="2024-11-13T17:00:41.067" v="53"/>
        <pc:sldMkLst>
          <pc:docMk/>
          <pc:sldMk cId="3429787734" sldId="290"/>
        </pc:sldMkLst>
      </pc:sldChg>
      <pc:sldChg chg="add">
        <pc:chgData name="Benjamin Robert" userId="bdf697ffd98a8826" providerId="LiveId" clId="{BAE0B02E-EB89-4593-87A8-4EFD4697154C}" dt="2024-11-13T17:00:41.067" v="53"/>
        <pc:sldMkLst>
          <pc:docMk/>
          <pc:sldMk cId="1059915770" sldId="291"/>
        </pc:sldMkLst>
      </pc:sldChg>
      <pc:sldChg chg="add">
        <pc:chgData name="Benjamin Robert" userId="bdf697ffd98a8826" providerId="LiveId" clId="{BAE0B02E-EB89-4593-87A8-4EFD4697154C}" dt="2024-11-13T17:00:41.067" v="53"/>
        <pc:sldMkLst>
          <pc:docMk/>
          <pc:sldMk cId="217961152" sldId="292"/>
        </pc:sldMkLst>
      </pc:sldChg>
      <pc:sldChg chg="add">
        <pc:chgData name="Benjamin Robert" userId="bdf697ffd98a8826" providerId="LiveId" clId="{BAE0B02E-EB89-4593-87A8-4EFD4697154C}" dt="2024-11-13T17:00:41.067" v="53"/>
        <pc:sldMkLst>
          <pc:docMk/>
          <pc:sldMk cId="312977419" sldId="293"/>
        </pc:sldMkLst>
      </pc:sldChg>
      <pc:sldChg chg="add">
        <pc:chgData name="Benjamin Robert" userId="bdf697ffd98a8826" providerId="LiveId" clId="{BAE0B02E-EB89-4593-87A8-4EFD4697154C}" dt="2024-11-13T17:00:41.067" v="53"/>
        <pc:sldMkLst>
          <pc:docMk/>
          <pc:sldMk cId="959204435" sldId="294"/>
        </pc:sldMkLst>
      </pc:sldChg>
      <pc:sldChg chg="add">
        <pc:chgData name="Benjamin Robert" userId="bdf697ffd98a8826" providerId="LiveId" clId="{BAE0B02E-EB89-4593-87A8-4EFD4697154C}" dt="2024-11-13T17:00:41.067" v="53"/>
        <pc:sldMkLst>
          <pc:docMk/>
          <pc:sldMk cId="2733626490" sldId="295"/>
        </pc:sldMkLst>
      </pc:sldChg>
      <pc:sldChg chg="add">
        <pc:chgData name="Benjamin Robert" userId="bdf697ffd98a8826" providerId="LiveId" clId="{BAE0B02E-EB89-4593-87A8-4EFD4697154C}" dt="2024-11-13T17:00:41.067" v="53"/>
        <pc:sldMkLst>
          <pc:docMk/>
          <pc:sldMk cId="1182391076" sldId="296"/>
        </pc:sldMkLst>
      </pc:sldChg>
      <pc:sldChg chg="add">
        <pc:chgData name="Benjamin Robert" userId="bdf697ffd98a8826" providerId="LiveId" clId="{BAE0B02E-EB89-4593-87A8-4EFD4697154C}" dt="2024-11-13T17:00:41.067" v="53"/>
        <pc:sldMkLst>
          <pc:docMk/>
          <pc:sldMk cId="32960323" sldId="297"/>
        </pc:sldMkLst>
      </pc:sldChg>
      <pc:sldChg chg="add">
        <pc:chgData name="Benjamin Robert" userId="bdf697ffd98a8826" providerId="LiveId" clId="{BAE0B02E-EB89-4593-87A8-4EFD4697154C}" dt="2024-11-13T17:00:41.067" v="53"/>
        <pc:sldMkLst>
          <pc:docMk/>
          <pc:sldMk cId="3543290598" sldId="298"/>
        </pc:sldMkLst>
      </pc:sldChg>
      <pc:sldChg chg="add">
        <pc:chgData name="Benjamin Robert" userId="bdf697ffd98a8826" providerId="LiveId" clId="{BAE0B02E-EB89-4593-87A8-4EFD4697154C}" dt="2024-11-13T17:00:41.067" v="53"/>
        <pc:sldMkLst>
          <pc:docMk/>
          <pc:sldMk cId="1433176206" sldId="299"/>
        </pc:sldMkLst>
      </pc:sldChg>
      <pc:sldChg chg="add">
        <pc:chgData name="Benjamin Robert" userId="bdf697ffd98a8826" providerId="LiveId" clId="{BAE0B02E-EB89-4593-87A8-4EFD4697154C}" dt="2024-11-13T17:00:41.067" v="53"/>
        <pc:sldMkLst>
          <pc:docMk/>
          <pc:sldMk cId="1800072261" sldId="300"/>
        </pc:sldMkLst>
      </pc:sldChg>
      <pc:sldChg chg="add">
        <pc:chgData name="Benjamin Robert" userId="bdf697ffd98a8826" providerId="LiveId" clId="{BAE0B02E-EB89-4593-87A8-4EFD4697154C}" dt="2024-11-13T17:00:41.067" v="53"/>
        <pc:sldMkLst>
          <pc:docMk/>
          <pc:sldMk cId="3727260870" sldId="301"/>
        </pc:sldMkLst>
      </pc:sldChg>
      <pc:sldChg chg="add">
        <pc:chgData name="Benjamin Robert" userId="bdf697ffd98a8826" providerId="LiveId" clId="{BAE0B02E-EB89-4593-87A8-4EFD4697154C}" dt="2024-11-13T17:03:50.193" v="56"/>
        <pc:sldMkLst>
          <pc:docMk/>
          <pc:sldMk cId="2689269936" sldId="313"/>
        </pc:sldMkLst>
      </pc:sldChg>
      <pc:sldChg chg="add del">
        <pc:chgData name="Benjamin Robert" userId="bdf697ffd98a8826" providerId="LiveId" clId="{BAE0B02E-EB89-4593-87A8-4EFD4697154C}" dt="2024-11-13T17:03:35.219" v="55" actId="2696"/>
        <pc:sldMkLst>
          <pc:docMk/>
          <pc:sldMk cId="3076549120" sldId="313"/>
        </pc:sldMkLst>
      </pc:sldChg>
      <pc:sldChg chg="add del">
        <pc:chgData name="Benjamin Robert" userId="bdf697ffd98a8826" providerId="LiveId" clId="{BAE0B02E-EB89-4593-87A8-4EFD4697154C}" dt="2024-11-13T17:03:35.219" v="55" actId="2696"/>
        <pc:sldMkLst>
          <pc:docMk/>
          <pc:sldMk cId="1476768358" sldId="314"/>
        </pc:sldMkLst>
      </pc:sldChg>
      <pc:sldChg chg="add">
        <pc:chgData name="Benjamin Robert" userId="bdf697ffd98a8826" providerId="LiveId" clId="{BAE0B02E-EB89-4593-87A8-4EFD4697154C}" dt="2024-11-13T17:03:50.193" v="56"/>
        <pc:sldMkLst>
          <pc:docMk/>
          <pc:sldMk cId="2784232649" sldId="314"/>
        </pc:sldMkLst>
      </pc:sldChg>
      <pc:sldChg chg="add del">
        <pc:chgData name="Benjamin Robert" userId="bdf697ffd98a8826" providerId="LiveId" clId="{BAE0B02E-EB89-4593-87A8-4EFD4697154C}" dt="2024-11-13T17:03:35.219" v="55" actId="2696"/>
        <pc:sldMkLst>
          <pc:docMk/>
          <pc:sldMk cId="410452301" sldId="315"/>
        </pc:sldMkLst>
      </pc:sldChg>
      <pc:sldChg chg="add">
        <pc:chgData name="Benjamin Robert" userId="bdf697ffd98a8826" providerId="LiveId" clId="{BAE0B02E-EB89-4593-87A8-4EFD4697154C}" dt="2024-11-13T17:03:50.193" v="56"/>
        <pc:sldMkLst>
          <pc:docMk/>
          <pc:sldMk cId="3724956213" sldId="315"/>
        </pc:sldMkLst>
      </pc:sldChg>
      <pc:sldChg chg="add del">
        <pc:chgData name="Benjamin Robert" userId="bdf697ffd98a8826" providerId="LiveId" clId="{BAE0B02E-EB89-4593-87A8-4EFD4697154C}" dt="2024-11-13T17:03:35.219" v="55" actId="2696"/>
        <pc:sldMkLst>
          <pc:docMk/>
          <pc:sldMk cId="15121075" sldId="316"/>
        </pc:sldMkLst>
      </pc:sldChg>
      <pc:sldChg chg="add">
        <pc:chgData name="Benjamin Robert" userId="bdf697ffd98a8826" providerId="LiveId" clId="{BAE0B02E-EB89-4593-87A8-4EFD4697154C}" dt="2024-11-13T17:03:50.193" v="56"/>
        <pc:sldMkLst>
          <pc:docMk/>
          <pc:sldMk cId="2273308096" sldId="316"/>
        </pc:sldMkLst>
      </pc:sldChg>
      <pc:sldChg chg="add del">
        <pc:chgData name="Benjamin Robert" userId="bdf697ffd98a8826" providerId="LiveId" clId="{BAE0B02E-EB89-4593-87A8-4EFD4697154C}" dt="2024-11-13T17:03:35.219" v="55" actId="2696"/>
        <pc:sldMkLst>
          <pc:docMk/>
          <pc:sldMk cId="655634133" sldId="317"/>
        </pc:sldMkLst>
      </pc:sldChg>
      <pc:sldChg chg="add">
        <pc:chgData name="Benjamin Robert" userId="bdf697ffd98a8826" providerId="LiveId" clId="{BAE0B02E-EB89-4593-87A8-4EFD4697154C}" dt="2024-11-13T17:03:50.193" v="56"/>
        <pc:sldMkLst>
          <pc:docMk/>
          <pc:sldMk cId="1777327904" sldId="317"/>
        </pc:sldMkLst>
      </pc:sldChg>
      <pc:sldChg chg="add del">
        <pc:chgData name="Benjamin Robert" userId="bdf697ffd98a8826" providerId="LiveId" clId="{BAE0B02E-EB89-4593-87A8-4EFD4697154C}" dt="2024-11-13T17:03:35.219" v="55" actId="2696"/>
        <pc:sldMkLst>
          <pc:docMk/>
          <pc:sldMk cId="2089735605" sldId="318"/>
        </pc:sldMkLst>
      </pc:sldChg>
      <pc:sldChg chg="add">
        <pc:chgData name="Benjamin Robert" userId="bdf697ffd98a8826" providerId="LiveId" clId="{BAE0B02E-EB89-4593-87A8-4EFD4697154C}" dt="2024-11-13T17:03:50.193" v="56"/>
        <pc:sldMkLst>
          <pc:docMk/>
          <pc:sldMk cId="2349785482" sldId="318"/>
        </pc:sldMkLst>
      </pc:sldChg>
      <pc:sldChg chg="add">
        <pc:chgData name="Benjamin Robert" userId="bdf697ffd98a8826" providerId="LiveId" clId="{BAE0B02E-EB89-4593-87A8-4EFD4697154C}" dt="2024-11-13T17:03:50.193" v="56"/>
        <pc:sldMkLst>
          <pc:docMk/>
          <pc:sldMk cId="1732444773" sldId="319"/>
        </pc:sldMkLst>
      </pc:sldChg>
      <pc:sldChg chg="add del">
        <pc:chgData name="Benjamin Robert" userId="bdf697ffd98a8826" providerId="LiveId" clId="{BAE0B02E-EB89-4593-87A8-4EFD4697154C}" dt="2024-11-13T17:03:35.219" v="55" actId="2696"/>
        <pc:sldMkLst>
          <pc:docMk/>
          <pc:sldMk cId="4080522885" sldId="319"/>
        </pc:sldMkLst>
      </pc:sldChg>
      <pc:sldChg chg="add del">
        <pc:chgData name="Benjamin Robert" userId="bdf697ffd98a8826" providerId="LiveId" clId="{BAE0B02E-EB89-4593-87A8-4EFD4697154C}" dt="2024-11-13T17:03:35.219" v="55" actId="2696"/>
        <pc:sldMkLst>
          <pc:docMk/>
          <pc:sldMk cId="1302240741" sldId="320"/>
        </pc:sldMkLst>
      </pc:sldChg>
      <pc:sldChg chg="add">
        <pc:chgData name="Benjamin Robert" userId="bdf697ffd98a8826" providerId="LiveId" clId="{BAE0B02E-EB89-4593-87A8-4EFD4697154C}" dt="2024-11-13T17:03:50.193" v="56"/>
        <pc:sldMkLst>
          <pc:docMk/>
          <pc:sldMk cId="2301110387" sldId="320"/>
        </pc:sldMkLst>
      </pc:sldChg>
      <pc:sldChg chg="add">
        <pc:chgData name="Benjamin Robert" userId="bdf697ffd98a8826" providerId="LiveId" clId="{BAE0B02E-EB89-4593-87A8-4EFD4697154C}" dt="2024-11-13T17:03:50.193" v="56"/>
        <pc:sldMkLst>
          <pc:docMk/>
          <pc:sldMk cId="140783708" sldId="321"/>
        </pc:sldMkLst>
      </pc:sldChg>
      <pc:sldChg chg="add del">
        <pc:chgData name="Benjamin Robert" userId="bdf697ffd98a8826" providerId="LiveId" clId="{BAE0B02E-EB89-4593-87A8-4EFD4697154C}" dt="2024-11-13T17:03:35.219" v="55" actId="2696"/>
        <pc:sldMkLst>
          <pc:docMk/>
          <pc:sldMk cId="3364691786" sldId="321"/>
        </pc:sldMkLst>
      </pc:sldChg>
      <pc:sldChg chg="add">
        <pc:chgData name="Benjamin Robert" userId="bdf697ffd98a8826" providerId="LiveId" clId="{BAE0B02E-EB89-4593-87A8-4EFD4697154C}" dt="2024-11-13T17:03:50.193" v="56"/>
        <pc:sldMkLst>
          <pc:docMk/>
          <pc:sldMk cId="576650811" sldId="322"/>
        </pc:sldMkLst>
      </pc:sldChg>
      <pc:sldChg chg="add del">
        <pc:chgData name="Benjamin Robert" userId="bdf697ffd98a8826" providerId="LiveId" clId="{BAE0B02E-EB89-4593-87A8-4EFD4697154C}" dt="2024-11-13T17:03:35.219" v="55" actId="2696"/>
        <pc:sldMkLst>
          <pc:docMk/>
          <pc:sldMk cId="1130772838" sldId="322"/>
        </pc:sldMkLst>
      </pc:sldChg>
      <pc:sldChg chg="add del">
        <pc:chgData name="Benjamin Robert" userId="bdf697ffd98a8826" providerId="LiveId" clId="{BAE0B02E-EB89-4593-87A8-4EFD4697154C}" dt="2024-11-13T17:03:35.219" v="55" actId="2696"/>
        <pc:sldMkLst>
          <pc:docMk/>
          <pc:sldMk cId="558224691" sldId="323"/>
        </pc:sldMkLst>
      </pc:sldChg>
      <pc:sldChg chg="add">
        <pc:chgData name="Benjamin Robert" userId="bdf697ffd98a8826" providerId="LiveId" clId="{BAE0B02E-EB89-4593-87A8-4EFD4697154C}" dt="2024-11-13T17:03:50.193" v="56"/>
        <pc:sldMkLst>
          <pc:docMk/>
          <pc:sldMk cId="1385879477" sldId="323"/>
        </pc:sldMkLst>
      </pc:sldChg>
      <pc:sldChg chg="add del">
        <pc:chgData name="Benjamin Robert" userId="bdf697ffd98a8826" providerId="LiveId" clId="{BAE0B02E-EB89-4593-87A8-4EFD4697154C}" dt="2024-11-13T17:03:35.219" v="55" actId="2696"/>
        <pc:sldMkLst>
          <pc:docMk/>
          <pc:sldMk cId="615366645" sldId="324"/>
        </pc:sldMkLst>
      </pc:sldChg>
      <pc:sldChg chg="add">
        <pc:chgData name="Benjamin Robert" userId="bdf697ffd98a8826" providerId="LiveId" clId="{BAE0B02E-EB89-4593-87A8-4EFD4697154C}" dt="2024-11-13T17:03:50.193" v="56"/>
        <pc:sldMkLst>
          <pc:docMk/>
          <pc:sldMk cId="4067244535" sldId="324"/>
        </pc:sldMkLst>
      </pc:sldChg>
      <pc:sldChg chg="add del">
        <pc:chgData name="Benjamin Robert" userId="bdf697ffd98a8826" providerId="LiveId" clId="{BAE0B02E-EB89-4593-87A8-4EFD4697154C}" dt="2024-11-13T17:03:35.219" v="55" actId="2696"/>
        <pc:sldMkLst>
          <pc:docMk/>
          <pc:sldMk cId="260925361" sldId="325"/>
        </pc:sldMkLst>
      </pc:sldChg>
      <pc:sldChg chg="add">
        <pc:chgData name="Benjamin Robert" userId="bdf697ffd98a8826" providerId="LiveId" clId="{BAE0B02E-EB89-4593-87A8-4EFD4697154C}" dt="2024-11-13T17:03:50.193" v="56"/>
        <pc:sldMkLst>
          <pc:docMk/>
          <pc:sldMk cId="4026597396" sldId="325"/>
        </pc:sldMkLst>
      </pc:sldChg>
      <pc:sldChg chg="add">
        <pc:chgData name="Benjamin Robert" userId="bdf697ffd98a8826" providerId="LiveId" clId="{BAE0B02E-EB89-4593-87A8-4EFD4697154C}" dt="2024-11-13T17:03:50.193" v="56"/>
        <pc:sldMkLst>
          <pc:docMk/>
          <pc:sldMk cId="1291615035" sldId="326"/>
        </pc:sldMkLst>
      </pc:sldChg>
      <pc:sldChg chg="add del">
        <pc:chgData name="Benjamin Robert" userId="bdf697ffd98a8826" providerId="LiveId" clId="{BAE0B02E-EB89-4593-87A8-4EFD4697154C}" dt="2024-11-13T17:03:35.219" v="55" actId="2696"/>
        <pc:sldMkLst>
          <pc:docMk/>
          <pc:sldMk cId="2431365379" sldId="326"/>
        </pc:sldMkLst>
      </pc:sldChg>
      <pc:sldChg chg="add">
        <pc:chgData name="Benjamin Robert" userId="bdf697ffd98a8826" providerId="LiveId" clId="{BAE0B02E-EB89-4593-87A8-4EFD4697154C}" dt="2024-11-13T17:03:50.193" v="56"/>
        <pc:sldMkLst>
          <pc:docMk/>
          <pc:sldMk cId="1375910750" sldId="327"/>
        </pc:sldMkLst>
      </pc:sldChg>
      <pc:sldChg chg="add del">
        <pc:chgData name="Benjamin Robert" userId="bdf697ffd98a8826" providerId="LiveId" clId="{BAE0B02E-EB89-4593-87A8-4EFD4697154C}" dt="2024-11-13T17:03:35.219" v="55" actId="2696"/>
        <pc:sldMkLst>
          <pc:docMk/>
          <pc:sldMk cId="2261574063" sldId="327"/>
        </pc:sldMkLst>
      </pc:sldChg>
      <pc:sldChg chg="add del">
        <pc:chgData name="Benjamin Robert" userId="bdf697ffd98a8826" providerId="LiveId" clId="{BAE0B02E-EB89-4593-87A8-4EFD4697154C}" dt="2024-11-13T17:03:35.219" v="55" actId="2696"/>
        <pc:sldMkLst>
          <pc:docMk/>
          <pc:sldMk cId="1696003831" sldId="328"/>
        </pc:sldMkLst>
      </pc:sldChg>
      <pc:sldChg chg="add">
        <pc:chgData name="Benjamin Robert" userId="bdf697ffd98a8826" providerId="LiveId" clId="{BAE0B02E-EB89-4593-87A8-4EFD4697154C}" dt="2024-11-13T17:03:50.193" v="56"/>
        <pc:sldMkLst>
          <pc:docMk/>
          <pc:sldMk cId="4214661586" sldId="32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C5C2CD-471C-E536-C76D-E97CD444D472}"/>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D4E370A7-EE0E-4FEF-4B58-C2F94BBF3C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3E4ED83-0EA2-45F1-BFDA-F729B804D96F}"/>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63B827FB-70DE-547E-70B1-4038EF647E6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4522D60-3387-C370-3A7A-5D0BBC587BF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201966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4351E3-0CF2-080D-8A81-07A2A4DF8B8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90CD3D7-D812-263E-72F0-55C1BE2D9C6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F2A918-E1AC-395E-A98D-3C9072FD90F9}"/>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4C2D6E07-5CB0-8F2B-3DDE-E0138A1E26F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58FD376-5AE4-C1B3-4FAE-46F65E7803A9}"/>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441485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33DCC89-CFC1-5A8B-4769-BE9FDA1F3C1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24EADC62-8A06-AA77-B48B-AD1F0C3D742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7E4D94A-3F98-B98B-8AC5-184B33BFE718}"/>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5FC4601C-8D54-B3F8-EFCD-37328A3B1F1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2DA2991-03BA-DAC3-EFD6-60865C5FC551}"/>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6573712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68AB05-6087-3C68-2537-56D55F798FE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EA297D2-BA85-6245-A8D3-B000DC0DD11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C4B13E1-6BEF-3959-11F2-61DC04750FE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B8024FE-A75C-F606-5DA7-1D72E0725A2D}"/>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6" name="Espace réservé du pied de page 5">
            <a:extLst>
              <a:ext uri="{FF2B5EF4-FFF2-40B4-BE49-F238E27FC236}">
                <a16:creationId xmlns:a16="http://schemas.microsoft.com/office/drawing/2014/main" id="{44EAF8CA-D3CF-1F6F-682E-51EC0E0EF6F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8931B22-1ACE-C290-204C-35771FF282C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52952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0FD12A-4377-754D-88FD-A9FD910FD530}"/>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F69ACCD5-8F97-6055-1FF3-09E531BADA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38464CC4-28A6-D5C9-BD4F-617C65C9C05E}"/>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3F7285D-A34C-CE3C-A2F4-D4BFCDA52F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291AF8D-91E5-0C21-CE3F-833334D06D5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9E1FB033-DCA5-C712-1838-529F99EDE7CB}"/>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8" name="Espace réservé du pied de page 7">
            <a:extLst>
              <a:ext uri="{FF2B5EF4-FFF2-40B4-BE49-F238E27FC236}">
                <a16:creationId xmlns:a16="http://schemas.microsoft.com/office/drawing/2014/main" id="{68FD3A09-D0E0-C575-9ABE-1AB6E67934D8}"/>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E995E9-0300-DA96-5A9E-38F47EF9123D}"/>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2036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D1E95-08FD-6BDB-63B1-D7C1C51EF30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F1D7FF5-EC0B-BFE1-1B21-B893527BD352}"/>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4" name="Espace réservé du pied de page 3">
            <a:extLst>
              <a:ext uri="{FF2B5EF4-FFF2-40B4-BE49-F238E27FC236}">
                <a16:creationId xmlns:a16="http://schemas.microsoft.com/office/drawing/2014/main" id="{D84479E7-9ACE-B76E-88FD-5E79D0428C50}"/>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7363B896-DABE-06ED-A75B-9873B7D86DDC}"/>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5523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A7DFFD9-5E3A-FE85-4533-B8779EEF4FF5}"/>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3" name="Espace réservé du pied de page 2">
            <a:extLst>
              <a:ext uri="{FF2B5EF4-FFF2-40B4-BE49-F238E27FC236}">
                <a16:creationId xmlns:a16="http://schemas.microsoft.com/office/drawing/2014/main" id="{6CFA03B5-9A24-E4BC-BD72-D632F11BCE6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A525929-8FA1-6DFB-F750-8B13813DF365}"/>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431829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7198C-F492-854B-6E63-D96EBA55E5E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86024AB-3E64-254B-7171-842B41C46D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11DD072-5471-9B1E-33B5-9855F7606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7BE6329-18A8-6953-1855-383766F81C6F}"/>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6" name="Espace réservé du pied de page 5">
            <a:extLst>
              <a:ext uri="{FF2B5EF4-FFF2-40B4-BE49-F238E27FC236}">
                <a16:creationId xmlns:a16="http://schemas.microsoft.com/office/drawing/2014/main" id="{56A38B98-749F-B53A-ED82-714C98F6C63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BB92C36-C54F-8E09-9A9D-95CE5A078488}"/>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033672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4B85E-6E37-A441-A863-3ABB5EC8B64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960264C-27D7-6080-44CE-98E67F9284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A94C7ED-FCE5-ED04-BC11-951700461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5589C70-B32C-F95F-9498-FDFBE2E1D1D5}"/>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6" name="Espace réservé du pied de page 5">
            <a:extLst>
              <a:ext uri="{FF2B5EF4-FFF2-40B4-BE49-F238E27FC236}">
                <a16:creationId xmlns:a16="http://schemas.microsoft.com/office/drawing/2014/main" id="{E318BF1D-A0DE-0E04-914C-930F46F9C4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769F3D0-16C9-3A12-FD09-7C04A9090B93}"/>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932080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044D3B-1778-68AF-94D1-51B42B3F9CC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7A69C4C-8774-CF8A-43EF-172B68C4387B}"/>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81BAB8D-AEC5-151F-B144-6A14C67A55BF}"/>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2C32897A-4644-5B22-8A8D-94A2906C69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C53BFC-BF67-2A0B-B66C-7386F654CBF6}"/>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7684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0B2CD6F-69CF-398D-B491-58D49D89D4E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F37AD171-D831-7973-2B9C-5470319EF71B}"/>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2AD4A6E-8266-30E6-0D84-92F9BB461BF3}"/>
              </a:ext>
            </a:extLst>
          </p:cNvPr>
          <p:cNvSpPr>
            <a:spLocks noGrp="1"/>
          </p:cNvSpPr>
          <p:nvPr>
            <p:ph type="dt" sz="half" idx="10"/>
          </p:nvPr>
        </p:nvSpPr>
        <p:spPr/>
        <p:txBody>
          <a:body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B7AF7E90-2CCF-1A10-1367-8013D4571A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80D7513-A1A5-6F9F-B8F1-99A2BA1027DA}"/>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851232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A0FC68BE-CE07-4AD7-D965-4226AFABB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F86732-901B-AD19-086F-288BDF690B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96A1B0C-6524-DDD7-358A-D70F7014B9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4681DF-B029-4FEC-BAF0-BCA82235DDD4}" type="datetimeFigureOut">
              <a:rPr lang="fr-FR" smtClean="0"/>
              <a:t>11/11/2025</a:t>
            </a:fld>
            <a:endParaRPr lang="fr-FR"/>
          </a:p>
        </p:txBody>
      </p:sp>
      <p:sp>
        <p:nvSpPr>
          <p:cNvPr id="5" name="Espace réservé du pied de page 4">
            <a:extLst>
              <a:ext uri="{FF2B5EF4-FFF2-40B4-BE49-F238E27FC236}">
                <a16:creationId xmlns:a16="http://schemas.microsoft.com/office/drawing/2014/main" id="{2C6622E7-BA9B-E33E-45A8-6F3FE9728F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4E1FF5C7-D0F3-F9A1-0932-91D06C9868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86C584-FE0A-46DE-9B79-367C89435DD3}" type="slidenum">
              <a:rPr lang="fr-FR" smtClean="0"/>
              <a:t>‹N°›</a:t>
            </a:fld>
            <a:endParaRPr lang="fr-FR"/>
          </a:p>
        </p:txBody>
      </p:sp>
    </p:spTree>
    <p:extLst>
      <p:ext uri="{BB962C8B-B14F-4D97-AF65-F5344CB8AC3E}">
        <p14:creationId xmlns:p14="http://schemas.microsoft.com/office/powerpoint/2010/main" val="1835548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microsoft.com/office/2007/relationships/hdphoto" Target="../media/hdphoto1.wdp"/><Relationship Id="rId7"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8.sv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emojifrance.com/emoji/visage-qui-hurle-de-peur"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hyperlink" Target="https://emojiterra.com/fr/tete-de-mort/"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F54041D4-4DEE-2510-77DF-0E0E82B0D0C8}"/>
              </a:ext>
            </a:extLst>
          </p:cNvPr>
          <p:cNvSpPr txBox="1"/>
          <p:nvPr/>
        </p:nvSpPr>
        <p:spPr>
          <a:xfrm>
            <a:off x="1" y="1942283"/>
            <a:ext cx="12191999" cy="830997"/>
          </a:xfrm>
          <a:prstGeom prst="rect">
            <a:avLst/>
          </a:prstGeom>
          <a:noFill/>
        </p:spPr>
        <p:txBody>
          <a:bodyPr wrap="square" rtlCol="0">
            <a:spAutoFit/>
          </a:bodyPr>
          <a:lstStyle/>
          <a:p>
            <a:pPr algn="ctr"/>
            <a:r>
              <a:rPr lang="fr-FR" sz="4800" dirty="0"/>
              <a:t>Gérer un projet avec </a:t>
            </a:r>
          </a:p>
        </p:txBody>
      </p:sp>
      <p:sp>
        <p:nvSpPr>
          <p:cNvPr id="7" name="ZoneTexte 6">
            <a:extLst>
              <a:ext uri="{FF2B5EF4-FFF2-40B4-BE49-F238E27FC236}">
                <a16:creationId xmlns:a16="http://schemas.microsoft.com/office/drawing/2014/main" id="{F18145A7-A59B-E86E-6989-799766D074E5}"/>
              </a:ext>
            </a:extLst>
          </p:cNvPr>
          <p:cNvSpPr txBox="1"/>
          <p:nvPr/>
        </p:nvSpPr>
        <p:spPr>
          <a:xfrm>
            <a:off x="9679576" y="6248400"/>
            <a:ext cx="2512424" cy="461665"/>
          </a:xfrm>
          <a:prstGeom prst="rect">
            <a:avLst/>
          </a:prstGeom>
          <a:noFill/>
        </p:spPr>
        <p:txBody>
          <a:bodyPr wrap="square" rtlCol="0">
            <a:spAutoFit/>
          </a:bodyPr>
          <a:lstStyle/>
          <a:p>
            <a:pPr algn="ctr"/>
            <a:r>
              <a:rPr lang="fr-FR" sz="2400" dirty="0"/>
              <a:t>Benjamin Robert</a:t>
            </a:r>
          </a:p>
        </p:txBody>
      </p:sp>
      <p:pic>
        <p:nvPicPr>
          <p:cNvPr id="1026" name="Picture 2" descr="Git full logo transparent PNG - StickPNG">
            <a:extLst>
              <a:ext uri="{FF2B5EF4-FFF2-40B4-BE49-F238E27FC236}">
                <a16:creationId xmlns:a16="http://schemas.microsoft.com/office/drawing/2014/main" id="{5E726847-0964-01AB-480A-ADD51298AE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8059" y="2956968"/>
            <a:ext cx="2647950" cy="1533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E10D8C79-A83B-051D-2252-2524E60736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2045" y="2845153"/>
            <a:ext cx="2601004" cy="1462316"/>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70EC97A9-C9C2-E981-DD31-BC49159387F3}"/>
              </a:ext>
            </a:extLst>
          </p:cNvPr>
          <p:cNvSpPr txBox="1"/>
          <p:nvPr/>
        </p:nvSpPr>
        <p:spPr>
          <a:xfrm>
            <a:off x="-435428" y="6400688"/>
            <a:ext cx="2512424" cy="369332"/>
          </a:xfrm>
          <a:prstGeom prst="rect">
            <a:avLst/>
          </a:prstGeom>
          <a:noFill/>
        </p:spPr>
        <p:txBody>
          <a:bodyPr wrap="square" rtlCol="0">
            <a:spAutoFit/>
          </a:bodyPr>
          <a:lstStyle/>
          <a:p>
            <a:pPr algn="ctr"/>
            <a:r>
              <a:rPr lang="fr-FR" dirty="0"/>
              <a:t>12/11/2025</a:t>
            </a:r>
          </a:p>
        </p:txBody>
      </p:sp>
      <p:sp>
        <p:nvSpPr>
          <p:cNvPr id="9" name="ZoneTexte 8">
            <a:extLst>
              <a:ext uri="{FF2B5EF4-FFF2-40B4-BE49-F238E27FC236}">
                <a16:creationId xmlns:a16="http://schemas.microsoft.com/office/drawing/2014/main" id="{60233089-E4FF-688F-6F44-C42FF5126A2D}"/>
              </a:ext>
            </a:extLst>
          </p:cNvPr>
          <p:cNvSpPr txBox="1"/>
          <p:nvPr/>
        </p:nvSpPr>
        <p:spPr>
          <a:xfrm>
            <a:off x="4714875" y="3142433"/>
            <a:ext cx="1304925" cy="830997"/>
          </a:xfrm>
          <a:prstGeom prst="rect">
            <a:avLst/>
          </a:prstGeom>
          <a:noFill/>
        </p:spPr>
        <p:txBody>
          <a:bodyPr wrap="square" rtlCol="0">
            <a:spAutoFit/>
          </a:bodyPr>
          <a:lstStyle/>
          <a:p>
            <a:pPr algn="ctr"/>
            <a:r>
              <a:rPr lang="fr-FR" sz="4800" dirty="0"/>
              <a:t>&amp;</a:t>
            </a:r>
          </a:p>
        </p:txBody>
      </p:sp>
      <p:sp>
        <p:nvSpPr>
          <p:cNvPr id="2" name="ZoneTexte 1">
            <a:extLst>
              <a:ext uri="{FF2B5EF4-FFF2-40B4-BE49-F238E27FC236}">
                <a16:creationId xmlns:a16="http://schemas.microsoft.com/office/drawing/2014/main" id="{EB4F1C4A-5D74-DC89-D912-90CA183D3D88}"/>
              </a:ext>
            </a:extLst>
          </p:cNvPr>
          <p:cNvSpPr txBox="1"/>
          <p:nvPr/>
        </p:nvSpPr>
        <p:spPr>
          <a:xfrm>
            <a:off x="0" y="4393746"/>
            <a:ext cx="12191999" cy="584775"/>
          </a:xfrm>
          <a:prstGeom prst="rect">
            <a:avLst/>
          </a:prstGeom>
          <a:noFill/>
        </p:spPr>
        <p:txBody>
          <a:bodyPr wrap="square" rtlCol="0">
            <a:spAutoFit/>
          </a:bodyPr>
          <a:lstStyle/>
          <a:p>
            <a:pPr algn="ctr"/>
            <a:r>
              <a:rPr lang="fr-FR" sz="3200" dirty="0">
                <a:solidFill>
                  <a:schemeClr val="bg1">
                    <a:lumMod val="50000"/>
                  </a:schemeClr>
                </a:solidFill>
              </a:rPr>
              <a:t>Partie 2</a:t>
            </a:r>
          </a:p>
        </p:txBody>
      </p:sp>
    </p:spTree>
    <p:extLst>
      <p:ext uri="{BB962C8B-B14F-4D97-AF65-F5344CB8AC3E}">
        <p14:creationId xmlns:p14="http://schemas.microsoft.com/office/powerpoint/2010/main" val="3992679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4179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5402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7615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310656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29787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546D3B90-DFA1-A9FC-2876-B2BAFBEECD2E}"/>
              </a:ext>
            </a:extLst>
          </p:cNvPr>
          <p:cNvSpPr txBox="1"/>
          <p:nvPr/>
        </p:nvSpPr>
        <p:spPr>
          <a:xfrm>
            <a:off x="2255519" y="4921907"/>
            <a:ext cx="8281851" cy="1200329"/>
          </a:xfrm>
          <a:prstGeom prst="rect">
            <a:avLst/>
          </a:prstGeom>
          <a:noFill/>
        </p:spPr>
        <p:txBody>
          <a:bodyPr wrap="square">
            <a:spAutoFit/>
          </a:bodyPr>
          <a:lstStyle/>
          <a:p>
            <a:r>
              <a:rPr lang="fr-FR" b="0" i="1" dirty="0">
                <a:solidFill>
                  <a:srgbClr val="271A38"/>
                </a:solidFill>
                <a:effectLst/>
                <a:latin typeface="Inter"/>
              </a:rPr>
              <a:t>Git est un gestionnaire de version décentralisé. Cela signifie qu'en tant qu'utilisateur, vous disposez de votre propre dépôt et d'une copie locale du projet sur lequel vous travaillez. Vous pouvez donc avancer à votre rythme sur votre dépôt local et hors connexion.</a:t>
            </a:r>
            <a:endParaRPr lang="fr-FR" dirty="0"/>
          </a:p>
        </p:txBody>
      </p:sp>
    </p:spTree>
    <p:extLst>
      <p:ext uri="{BB962C8B-B14F-4D97-AF65-F5344CB8AC3E}">
        <p14:creationId xmlns:p14="http://schemas.microsoft.com/office/powerpoint/2010/main" val="1059915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17961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977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59204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336264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E8365F1C-14D0-C5D1-09C0-E203849ECF33}"/>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182391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09A7357-D05F-09F5-834B-7614F3A37E7E}"/>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60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5C66BB0-E72B-0FBE-1A87-2A81A73EB4D7}"/>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43290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898BC03B-9279-2882-2FF5-C53362B28275}"/>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3317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2B7CA56-80A8-33AF-87B0-E1905FE52048}"/>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00072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BE18F1F-4BA6-61D3-5F40-AD774C436CAC}"/>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27260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BEED17-8037-66A0-408E-0C7733EB1D5A}"/>
              </a:ext>
            </a:extLst>
          </p:cNvPr>
          <p:cNvSpPr>
            <a:spLocks noGrp="1"/>
          </p:cNvSpPr>
          <p:nvPr>
            <p:ph type="title"/>
          </p:nvPr>
        </p:nvSpPr>
        <p:spPr>
          <a:xfrm>
            <a:off x="690155" y="2603228"/>
            <a:ext cx="10515600" cy="1325563"/>
          </a:xfrm>
        </p:spPr>
        <p:txBody>
          <a:bodyPr/>
          <a:lstStyle/>
          <a:p>
            <a:r>
              <a:rPr lang="fr-FR" dirty="0"/>
              <a:t>Dans l’épisode précédent…</a:t>
            </a:r>
          </a:p>
        </p:txBody>
      </p:sp>
    </p:spTree>
    <p:extLst>
      <p:ext uri="{BB962C8B-B14F-4D97-AF65-F5344CB8AC3E}">
        <p14:creationId xmlns:p14="http://schemas.microsoft.com/office/powerpoint/2010/main" val="18053669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77759B5B-40FF-DD00-0201-1F8E536B5043}"/>
              </a:ext>
            </a:extLst>
          </p:cNvPr>
          <p:cNvSpPr/>
          <p:nvPr/>
        </p:nvSpPr>
        <p:spPr>
          <a:xfrm>
            <a:off x="387529" y="1358537"/>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5" name="Picture 2" descr="Git full logo transparent PNG - StickPNG">
            <a:extLst>
              <a:ext uri="{FF2B5EF4-FFF2-40B4-BE49-F238E27FC236}">
                <a16:creationId xmlns:a16="http://schemas.microsoft.com/office/drawing/2014/main" id="{966EFEBF-A6C7-DAF7-7B6A-2DFDFE1AF08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233851"/>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5D75585A-0507-9632-7961-39EC7751E832}"/>
              </a:ext>
            </a:extLst>
          </p:cNvPr>
          <p:cNvSpPr txBox="1"/>
          <p:nvPr/>
        </p:nvSpPr>
        <p:spPr>
          <a:xfrm>
            <a:off x="640079" y="914401"/>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7" name="ZoneTexte 6">
            <a:extLst>
              <a:ext uri="{FF2B5EF4-FFF2-40B4-BE49-F238E27FC236}">
                <a16:creationId xmlns:a16="http://schemas.microsoft.com/office/drawing/2014/main" id="{1DDA4FA1-7042-C912-8F0B-D3CF2A1EB5A4}"/>
              </a:ext>
            </a:extLst>
          </p:cNvPr>
          <p:cNvSpPr txBox="1"/>
          <p:nvPr/>
        </p:nvSpPr>
        <p:spPr>
          <a:xfrm>
            <a:off x="9962604" y="3426824"/>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8" name="Graphique 7" descr="Nuage">
            <a:extLst>
              <a:ext uri="{FF2B5EF4-FFF2-40B4-BE49-F238E27FC236}">
                <a16:creationId xmlns:a16="http://schemas.microsoft.com/office/drawing/2014/main" id="{6EFCB459-0BBA-A703-DAF8-7ECEA1CA8F2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688283" y="3294019"/>
            <a:ext cx="2270759" cy="2270759"/>
          </a:xfrm>
          <a:prstGeom prst="rect">
            <a:avLst/>
          </a:prstGeom>
        </p:spPr>
      </p:pic>
      <p:pic>
        <p:nvPicPr>
          <p:cNvPr id="9" name="Picture 4" descr="GitHub Logo, symbol, meaning, history, PNG, brand">
            <a:extLst>
              <a:ext uri="{FF2B5EF4-FFF2-40B4-BE49-F238E27FC236}">
                <a16:creationId xmlns:a16="http://schemas.microsoft.com/office/drawing/2014/main" id="{3166BB11-5C9C-288F-DECA-5044684D649D}"/>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4895359"/>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 coins arrondis 9">
            <a:extLst>
              <a:ext uri="{FF2B5EF4-FFF2-40B4-BE49-F238E27FC236}">
                <a16:creationId xmlns:a16="http://schemas.microsoft.com/office/drawing/2014/main" id="{0F2A8542-62EF-F6D8-A009-72B095A75F39}"/>
              </a:ext>
            </a:extLst>
          </p:cNvPr>
          <p:cNvSpPr/>
          <p:nvPr/>
        </p:nvSpPr>
        <p:spPr>
          <a:xfrm>
            <a:off x="1726292" y="2896286"/>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11" name="Connecteur : en arc 10">
            <a:extLst>
              <a:ext uri="{FF2B5EF4-FFF2-40B4-BE49-F238E27FC236}">
                <a16:creationId xmlns:a16="http://schemas.microsoft.com/office/drawing/2014/main" id="{16C4A139-B695-C64C-495D-CB287C1C8F26}"/>
              </a:ext>
            </a:extLst>
          </p:cNvPr>
          <p:cNvCxnSpPr/>
          <p:nvPr/>
        </p:nvCxnSpPr>
        <p:spPr>
          <a:xfrm rot="10800000" flipV="1">
            <a:off x="1700166" y="2182002"/>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ZoneTexte 11">
            <a:extLst>
              <a:ext uri="{FF2B5EF4-FFF2-40B4-BE49-F238E27FC236}">
                <a16:creationId xmlns:a16="http://schemas.microsoft.com/office/drawing/2014/main" id="{EAD6DC89-2B04-5078-CF68-E73E501693E9}"/>
              </a:ext>
            </a:extLst>
          </p:cNvPr>
          <p:cNvSpPr txBox="1"/>
          <p:nvPr/>
        </p:nvSpPr>
        <p:spPr>
          <a:xfrm>
            <a:off x="1097280" y="2569029"/>
            <a:ext cx="766557" cy="369332"/>
          </a:xfrm>
          <a:prstGeom prst="rect">
            <a:avLst/>
          </a:prstGeom>
          <a:noFill/>
        </p:spPr>
        <p:txBody>
          <a:bodyPr wrap="none" rtlCol="0">
            <a:spAutoFit/>
          </a:bodyPr>
          <a:lstStyle/>
          <a:p>
            <a:r>
              <a:rPr lang="fr-FR" dirty="0"/>
              <a:t>1. </a:t>
            </a:r>
            <a:r>
              <a:rPr lang="fr-FR" dirty="0" err="1"/>
              <a:t>add</a:t>
            </a:r>
            <a:endParaRPr lang="fr-FR" dirty="0"/>
          </a:p>
        </p:txBody>
      </p:sp>
      <p:sp>
        <p:nvSpPr>
          <p:cNvPr id="13" name="Rectangle : coins arrondis 12">
            <a:extLst>
              <a:ext uri="{FF2B5EF4-FFF2-40B4-BE49-F238E27FC236}">
                <a16:creationId xmlns:a16="http://schemas.microsoft.com/office/drawing/2014/main" id="{DFD93857-6143-59AF-18DB-8A91C8BA5AB3}"/>
              </a:ext>
            </a:extLst>
          </p:cNvPr>
          <p:cNvSpPr/>
          <p:nvPr/>
        </p:nvSpPr>
        <p:spPr>
          <a:xfrm>
            <a:off x="1724298" y="1758116"/>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cxnSp>
        <p:nvCxnSpPr>
          <p:cNvPr id="14" name="Connecteur : en arc 13">
            <a:extLst>
              <a:ext uri="{FF2B5EF4-FFF2-40B4-BE49-F238E27FC236}">
                <a16:creationId xmlns:a16="http://schemas.microsoft.com/office/drawing/2014/main" id="{86E9699E-DE33-3A8E-BBE7-F76752B61C28}"/>
              </a:ext>
            </a:extLst>
          </p:cNvPr>
          <p:cNvCxnSpPr/>
          <p:nvPr/>
        </p:nvCxnSpPr>
        <p:spPr>
          <a:xfrm rot="10800000" flipV="1">
            <a:off x="1643560" y="3510059"/>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ZoneTexte 14">
            <a:extLst>
              <a:ext uri="{FF2B5EF4-FFF2-40B4-BE49-F238E27FC236}">
                <a16:creationId xmlns:a16="http://schemas.microsoft.com/office/drawing/2014/main" id="{E908189C-07A2-4CF2-DC2E-30B392CB0B9E}"/>
              </a:ext>
            </a:extLst>
          </p:cNvPr>
          <p:cNvSpPr txBox="1"/>
          <p:nvPr/>
        </p:nvSpPr>
        <p:spPr>
          <a:xfrm>
            <a:off x="971005" y="3897086"/>
            <a:ext cx="1128514" cy="369332"/>
          </a:xfrm>
          <a:prstGeom prst="rect">
            <a:avLst/>
          </a:prstGeom>
          <a:noFill/>
        </p:spPr>
        <p:txBody>
          <a:bodyPr wrap="none" rtlCol="0">
            <a:spAutoFit/>
          </a:bodyPr>
          <a:lstStyle/>
          <a:p>
            <a:r>
              <a:rPr lang="fr-FR" dirty="0"/>
              <a:t>2. commit</a:t>
            </a:r>
          </a:p>
        </p:txBody>
      </p:sp>
      <p:sp>
        <p:nvSpPr>
          <p:cNvPr id="16" name="Rectangle : coins arrondis 15">
            <a:extLst>
              <a:ext uri="{FF2B5EF4-FFF2-40B4-BE49-F238E27FC236}">
                <a16:creationId xmlns:a16="http://schemas.microsoft.com/office/drawing/2014/main" id="{DD291FCF-CCB6-7780-7B3A-DDC763A6C317}"/>
              </a:ext>
            </a:extLst>
          </p:cNvPr>
          <p:cNvSpPr/>
          <p:nvPr/>
        </p:nvSpPr>
        <p:spPr>
          <a:xfrm>
            <a:off x="1703959" y="4173785"/>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600" dirty="0"/>
              <a:t>Repository</a:t>
            </a:r>
          </a:p>
          <a:p>
            <a:pPr algn="r"/>
            <a:r>
              <a:rPr lang="fr-FR" sz="1200" dirty="0">
                <a:solidFill>
                  <a:schemeClr val="bg1">
                    <a:lumMod val="85000"/>
                  </a:schemeClr>
                </a:solidFill>
              </a:rPr>
              <a:t>Modifications enregistrées</a:t>
            </a:r>
          </a:p>
        </p:txBody>
      </p:sp>
      <p:pic>
        <p:nvPicPr>
          <p:cNvPr id="17" name="Graphique 16" descr="Document">
            <a:extLst>
              <a:ext uri="{FF2B5EF4-FFF2-40B4-BE49-F238E27FC236}">
                <a16:creationId xmlns:a16="http://schemas.microsoft.com/office/drawing/2014/main" id="{30634082-C66F-CF4F-B91B-67A7E533768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232563" y="4293320"/>
            <a:ext cx="624841" cy="624841"/>
          </a:xfrm>
          <a:prstGeom prst="rect">
            <a:avLst/>
          </a:prstGeom>
        </p:spPr>
      </p:pic>
      <p:pic>
        <p:nvPicPr>
          <p:cNvPr id="18" name="Graphique 17" descr="Document">
            <a:extLst>
              <a:ext uri="{FF2B5EF4-FFF2-40B4-BE49-F238E27FC236}">
                <a16:creationId xmlns:a16="http://schemas.microsoft.com/office/drawing/2014/main" id="{D8B43736-3EB3-E939-0736-9415D033EF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724596" y="4297667"/>
            <a:ext cx="624841" cy="624841"/>
          </a:xfrm>
          <a:prstGeom prst="rect">
            <a:avLst/>
          </a:prstGeom>
        </p:spPr>
      </p:pic>
      <p:sp>
        <p:nvSpPr>
          <p:cNvPr id="19" name="Flèche : bas 18">
            <a:extLst>
              <a:ext uri="{FF2B5EF4-FFF2-40B4-BE49-F238E27FC236}">
                <a16:creationId xmlns:a16="http://schemas.microsoft.com/office/drawing/2014/main" id="{1996FC6B-58E4-DB35-D3B6-8EE2F8558795}"/>
              </a:ext>
            </a:extLst>
          </p:cNvPr>
          <p:cNvSpPr/>
          <p:nvPr/>
        </p:nvSpPr>
        <p:spPr>
          <a:xfrm rot="16200000">
            <a:off x="7598227" y="217278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46C8FD65-6F3E-7328-4155-ED38178FE382}"/>
              </a:ext>
            </a:extLst>
          </p:cNvPr>
          <p:cNvSpPr txBox="1"/>
          <p:nvPr/>
        </p:nvSpPr>
        <p:spPr>
          <a:xfrm>
            <a:off x="7280366" y="3614059"/>
            <a:ext cx="867545" cy="369332"/>
          </a:xfrm>
          <a:prstGeom prst="rect">
            <a:avLst/>
          </a:prstGeom>
          <a:noFill/>
        </p:spPr>
        <p:txBody>
          <a:bodyPr wrap="none" rtlCol="0">
            <a:spAutoFit/>
          </a:bodyPr>
          <a:lstStyle/>
          <a:p>
            <a:r>
              <a:rPr lang="fr-FR" dirty="0"/>
              <a:t>3. push</a:t>
            </a:r>
          </a:p>
        </p:txBody>
      </p:sp>
      <p:sp>
        <p:nvSpPr>
          <p:cNvPr id="21" name="Flèche : bas 20">
            <a:extLst>
              <a:ext uri="{FF2B5EF4-FFF2-40B4-BE49-F238E27FC236}">
                <a16:creationId xmlns:a16="http://schemas.microsoft.com/office/drawing/2014/main" id="{ED7D9077-E46F-1D16-16DB-728BB5A7EDCE}"/>
              </a:ext>
            </a:extLst>
          </p:cNvPr>
          <p:cNvSpPr/>
          <p:nvPr/>
        </p:nvSpPr>
        <p:spPr>
          <a:xfrm rot="5400000">
            <a:off x="7550329" y="2812867"/>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B9A5F67D-74D8-7592-C08B-9C848E93C5F5}"/>
              </a:ext>
            </a:extLst>
          </p:cNvPr>
          <p:cNvSpPr txBox="1"/>
          <p:nvPr/>
        </p:nvSpPr>
        <p:spPr>
          <a:xfrm>
            <a:off x="7284720" y="4846322"/>
            <a:ext cx="761747" cy="369332"/>
          </a:xfrm>
          <a:prstGeom prst="rect">
            <a:avLst/>
          </a:prstGeom>
          <a:noFill/>
        </p:spPr>
        <p:txBody>
          <a:bodyPr wrap="none" rtlCol="0">
            <a:spAutoFit/>
          </a:bodyPr>
          <a:lstStyle/>
          <a:p>
            <a:r>
              <a:rPr lang="fr-FR" dirty="0"/>
              <a:t>0. pull</a:t>
            </a:r>
          </a:p>
        </p:txBody>
      </p:sp>
    </p:spTree>
    <p:extLst>
      <p:ext uri="{BB962C8B-B14F-4D97-AF65-F5344CB8AC3E}">
        <p14:creationId xmlns:p14="http://schemas.microsoft.com/office/powerpoint/2010/main" val="33471726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 successful Git branching model » nvie.com">
            <a:extLst>
              <a:ext uri="{FF2B5EF4-FFF2-40B4-BE49-F238E27FC236}">
                <a16:creationId xmlns:a16="http://schemas.microsoft.com/office/drawing/2014/main" id="{EF5D5D91-9F29-4C3C-6504-D2A2333035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2249" y="151585"/>
            <a:ext cx="5060859" cy="6706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93311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838200" y="2766219"/>
            <a:ext cx="10515600" cy="1325563"/>
          </a:xfrm>
        </p:spPr>
        <p:txBody>
          <a:bodyPr>
            <a:normAutofit/>
          </a:bodyPr>
          <a:lstStyle/>
          <a:p>
            <a:pPr algn="ctr"/>
            <a:r>
              <a:rPr lang="fr-FR" sz="3600" dirty="0"/>
              <a:t>Comment gérer ses erreurs dans Git ?</a:t>
            </a:r>
          </a:p>
        </p:txBody>
      </p:sp>
    </p:spTree>
    <p:extLst>
      <p:ext uri="{BB962C8B-B14F-4D97-AF65-F5344CB8AC3E}">
        <p14:creationId xmlns:p14="http://schemas.microsoft.com/office/powerpoint/2010/main" val="38483203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4" name="Titre 1">
            <a:extLst>
              <a:ext uri="{FF2B5EF4-FFF2-40B4-BE49-F238E27FC236}">
                <a16:creationId xmlns:a16="http://schemas.microsoft.com/office/drawing/2014/main" id="{87D9624F-3089-C5D1-08D2-A716E09F8947}"/>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
        <p:nvSpPr>
          <p:cNvPr id="3" name="ZoneTexte 2">
            <a:extLst>
              <a:ext uri="{FF2B5EF4-FFF2-40B4-BE49-F238E27FC236}">
                <a16:creationId xmlns:a16="http://schemas.microsoft.com/office/drawing/2014/main" id="{10CBD4CE-17AA-F81B-8661-F3297E1E6033}"/>
              </a:ext>
            </a:extLst>
          </p:cNvPr>
          <p:cNvSpPr txBox="1"/>
          <p:nvPr/>
        </p:nvSpPr>
        <p:spPr>
          <a:xfrm>
            <a:off x="1323702" y="1759131"/>
            <a:ext cx="7689669" cy="4446730"/>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Allez dans votre Dossier «  Documents » (ou équivalent)</a:t>
            </a:r>
          </a:p>
          <a:p>
            <a:pPr marL="342900" indent="-342900">
              <a:lnSpc>
                <a:spcPct val="200000"/>
              </a:lnSpc>
              <a:buFont typeface="+mj-lt"/>
              <a:buAutoNum type="arabicPeriod"/>
            </a:pPr>
            <a:r>
              <a:rPr lang="fr-FR" dirty="0"/>
              <a:t>Créez un dossier «  </a:t>
            </a:r>
            <a:r>
              <a:rPr lang="fr-FR" dirty="0" err="1"/>
              <a:t>PremierProjet</a:t>
            </a:r>
            <a:r>
              <a:rPr lang="fr-FR" dirty="0"/>
              <a:t> »</a:t>
            </a:r>
          </a:p>
          <a:p>
            <a:pPr marL="342900" indent="-342900">
              <a:lnSpc>
                <a:spcPct val="200000"/>
              </a:lnSpc>
              <a:buFont typeface="+mj-lt"/>
              <a:buAutoNum type="arabicPeriod"/>
            </a:pPr>
            <a:r>
              <a:rPr lang="fr-FR" dirty="0"/>
              <a:t>Allez dans votre dossier «   </a:t>
            </a:r>
            <a:r>
              <a:rPr lang="fr-FR" dirty="0" err="1"/>
              <a:t>PremierProjet</a:t>
            </a:r>
            <a:r>
              <a:rPr lang="fr-FR" dirty="0"/>
              <a:t> »</a:t>
            </a:r>
          </a:p>
          <a:p>
            <a:pPr marL="342900" indent="-342900">
              <a:lnSpc>
                <a:spcPct val="200000"/>
              </a:lnSpc>
              <a:buFont typeface="+mj-lt"/>
              <a:buAutoNum type="arabicPeriod"/>
            </a:pPr>
            <a:r>
              <a:rPr lang="fr-FR" dirty="0"/>
              <a:t>Initiez le repo .git</a:t>
            </a:r>
          </a:p>
          <a:p>
            <a:pPr marL="342900" indent="-342900">
              <a:lnSpc>
                <a:spcPct val="200000"/>
              </a:lnSpc>
              <a:buFont typeface="+mj-lt"/>
              <a:buAutoNum type="arabicPeriod"/>
            </a:pPr>
            <a:r>
              <a:rPr lang="fr-FR" dirty="0"/>
              <a:t>Créez un fichier «  monPremierFichier.txt »</a:t>
            </a:r>
          </a:p>
          <a:p>
            <a:pPr marL="342900" indent="-342900">
              <a:lnSpc>
                <a:spcPct val="200000"/>
              </a:lnSpc>
              <a:buFont typeface="+mj-lt"/>
              <a:buAutoNum type="arabicPeriod"/>
            </a:pPr>
            <a:r>
              <a:rPr lang="fr-FR" dirty="0"/>
              <a:t>Indexez le fichier «  monPremierFichier.txt »</a:t>
            </a:r>
          </a:p>
          <a:p>
            <a:pPr marL="342900" indent="-342900">
              <a:lnSpc>
                <a:spcPct val="200000"/>
              </a:lnSpc>
              <a:buFont typeface="+mj-lt"/>
              <a:buAutoNum type="arabicPeriod"/>
            </a:pPr>
            <a:r>
              <a:rPr lang="fr-FR" dirty="0"/>
              <a:t>Commit sans message </a:t>
            </a:r>
          </a:p>
        </p:txBody>
      </p:sp>
      <p:sp>
        <p:nvSpPr>
          <p:cNvPr id="7" name="ZoneTexte 6">
            <a:extLst>
              <a:ext uri="{FF2B5EF4-FFF2-40B4-BE49-F238E27FC236}">
                <a16:creationId xmlns:a16="http://schemas.microsoft.com/office/drawing/2014/main" id="{777A56C9-798B-3844-CD9F-075751F19BB8}"/>
              </a:ext>
            </a:extLst>
          </p:cNvPr>
          <p:cNvSpPr txBox="1"/>
          <p:nvPr/>
        </p:nvSpPr>
        <p:spPr>
          <a:xfrm>
            <a:off x="4005942" y="5695294"/>
            <a:ext cx="706265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p:txBody>
      </p:sp>
    </p:spTree>
    <p:extLst>
      <p:ext uri="{BB962C8B-B14F-4D97-AF65-F5344CB8AC3E}">
        <p14:creationId xmlns:p14="http://schemas.microsoft.com/office/powerpoint/2010/main" val="3577794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3F58968-54FC-6BEB-ECD2-B3AA6055D14E}"/>
              </a:ext>
            </a:extLst>
          </p:cNvPr>
          <p:cNvSpPr txBox="1"/>
          <p:nvPr/>
        </p:nvSpPr>
        <p:spPr>
          <a:xfrm>
            <a:off x="435429" y="1910418"/>
            <a:ext cx="10981508" cy="3970318"/>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a:t>
            </a:r>
            <a:r>
              <a:rPr lang="fr-FR" sz="1800" b="0" i="0" dirty="0">
                <a:solidFill>
                  <a:srgbClr val="FFFFFF"/>
                </a:solidFill>
                <a:effectLst/>
                <a:latin typeface="Courier New" panose="02070309020205020404" pitchFamily="49" charset="0"/>
              </a:rPr>
              <a:t> </a:t>
            </a:r>
          </a:p>
          <a:p>
            <a:r>
              <a:rPr lang="fr-FR" sz="1800" b="0" i="0" dirty="0">
                <a:solidFill>
                  <a:srgbClr val="FFFFFF"/>
                </a:solidFill>
                <a:effectLst/>
                <a:latin typeface="Courier New" panose="02070309020205020404" pitchFamily="49" charset="0"/>
              </a:rPr>
              <a:t>$ cd Documents </a:t>
            </a:r>
            <a:r>
              <a:rPr lang="fr-FR" sz="1800" b="0" i="0" dirty="0">
                <a:solidFill>
                  <a:srgbClr val="00B0F0"/>
                </a:solidFill>
                <a:effectLst/>
                <a:latin typeface="Courier New" panose="02070309020205020404" pitchFamily="49" charset="0"/>
              </a:rPr>
              <a:t>//Navigation</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endParaRPr lang="fr-FR" sz="1800" b="0" i="0" dirty="0">
              <a:solidFill>
                <a:srgbClr val="FFFFFF"/>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mkdir</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PremierProjet</a:t>
            </a:r>
            <a:r>
              <a:rPr lang="fr-FR" sz="1800" b="0" i="0" dirty="0">
                <a:solidFill>
                  <a:srgbClr val="00B0F0"/>
                </a:solidFill>
                <a:effectLst/>
                <a:latin typeface="Courier New" panose="02070309020205020404" pitchFamily="49" charset="0"/>
              </a:rPr>
              <a:t> //Création de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p>
          <a:p>
            <a:r>
              <a:rPr lang="fr-FR" sz="1800" b="0" i="0" dirty="0">
                <a:solidFill>
                  <a:srgbClr val="FFFFFF"/>
                </a:solidFill>
                <a:effectLst/>
                <a:latin typeface="Courier New" panose="02070309020205020404" pitchFamily="49" charset="0"/>
              </a:rPr>
              <a:t>$ cd Documents/</a:t>
            </a:r>
            <a:r>
              <a:rPr lang="fr-FR" sz="1800" b="0" i="0" dirty="0" err="1">
                <a:solidFill>
                  <a:srgbClr val="FFFFFF"/>
                </a:solidFill>
                <a:effectLst/>
                <a:latin typeface="Courier New" panose="02070309020205020404" pitchFamily="49" charset="0"/>
              </a:rPr>
              <a:t>PremierProjet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//Navigation dans nouveau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init </a:t>
            </a:r>
            <a:r>
              <a:rPr lang="fr-FR" sz="1800" b="0" i="0" dirty="0">
                <a:solidFill>
                  <a:srgbClr val="00B0F0"/>
                </a:solidFill>
                <a:effectLst/>
                <a:latin typeface="Courier New" panose="02070309020205020404" pitchFamily="49" charset="0"/>
              </a:rPr>
              <a:t>//Initialisation du dépôt</a:t>
            </a:r>
            <a:endParaRPr lang="fr-FR" sz="1800" b="0" i="0" dirty="0">
              <a:solidFill>
                <a:srgbClr val="FFFFFF"/>
              </a:solidFill>
              <a:effectLst/>
              <a:latin typeface="Courier New" panose="02070309020205020404" pitchFamily="49" charset="0"/>
            </a:endParaRPr>
          </a:p>
          <a:p>
            <a:r>
              <a:rPr lang="fr-FR" sz="1800" b="0" i="0" dirty="0" err="1">
                <a:solidFill>
                  <a:srgbClr val="FFFFFF"/>
                </a:solidFill>
                <a:effectLst/>
                <a:latin typeface="Courier New" panose="02070309020205020404" pitchFamily="49" charset="0"/>
              </a:rPr>
              <a:t>Initialized</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empty</a:t>
            </a:r>
            <a:r>
              <a:rPr lang="fr-FR" sz="1800" b="0" i="0" dirty="0">
                <a:solidFill>
                  <a:srgbClr val="FFFFFF"/>
                </a:solidFill>
                <a:effectLst/>
                <a:latin typeface="Courier New" panose="02070309020205020404" pitchFamily="49" charset="0"/>
              </a:rPr>
              <a:t> Git repository in c:/users/JohnDoe/Documents/PremierProjet/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touch</a:t>
            </a:r>
            <a:r>
              <a:rPr lang="fr-FR" sz="1800" b="0" i="0">
                <a:solidFill>
                  <a:srgbClr val="FFFFFF"/>
                </a:solidFill>
                <a:effectLst/>
                <a:latin typeface="Courier New" panose="02070309020205020404" pitchFamily="49" charset="0"/>
              </a:rPr>
              <a:t> monPremierFichier</a:t>
            </a:r>
            <a:r>
              <a:rPr lang="fr-FR" sz="1800" b="0" i="0" dirty="0">
                <a:solidFill>
                  <a:srgbClr val="FFFFFF"/>
                </a:solidFill>
                <a:effectLst/>
                <a:latin typeface="Courier New" panose="02070309020205020404" pitchFamily="49" charset="0"/>
              </a:rPr>
              <a:t>.txt </a:t>
            </a:r>
            <a:r>
              <a:rPr lang="fr-FR" sz="1800" b="0" i="0" dirty="0">
                <a:solidFill>
                  <a:srgbClr val="00B0F0"/>
                </a:solidFill>
                <a:effectLst/>
                <a:latin typeface="Courier New" panose="02070309020205020404" pitchFamily="49" charset="0"/>
              </a:rPr>
              <a:t>//Création fichier txt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a:p>
            <a:endParaRPr lang="fr-FR" sz="1800" dirty="0"/>
          </a:p>
        </p:txBody>
      </p:sp>
      <p:sp>
        <p:nvSpPr>
          <p:cNvPr id="7" name="Titre 1">
            <a:extLst>
              <a:ext uri="{FF2B5EF4-FFF2-40B4-BE49-F238E27FC236}">
                <a16:creationId xmlns:a16="http://schemas.microsoft.com/office/drawing/2014/main" id="{5CF97F49-AA9F-96C2-C680-4ACD18172EE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8" name="Titre 1">
            <a:extLst>
              <a:ext uri="{FF2B5EF4-FFF2-40B4-BE49-F238E27FC236}">
                <a16:creationId xmlns:a16="http://schemas.microsoft.com/office/drawing/2014/main" id="{EE024624-B130-CF32-F2FC-5DD5785F9F8D}"/>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Tree>
    <p:extLst>
      <p:ext uri="{BB962C8B-B14F-4D97-AF65-F5344CB8AC3E}">
        <p14:creationId xmlns:p14="http://schemas.microsoft.com/office/powerpoint/2010/main" val="24823318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5CDF5480-F6B0-9DC1-D110-49C125203D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828" y="1995762"/>
            <a:ext cx="6276975" cy="326707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
            <a:extLst>
              <a:ext uri="{FF2B5EF4-FFF2-40B4-BE49-F238E27FC236}">
                <a16:creationId xmlns:a16="http://schemas.microsoft.com/office/drawing/2014/main" id="{8116E004-EDB1-DC7D-979A-82FEECCA661B}"/>
              </a:ext>
            </a:extLst>
          </p:cNvPr>
          <p:cNvSpPr>
            <a:spLocks noChangeArrowheads="1"/>
          </p:cNvSpPr>
          <p:nvPr/>
        </p:nvSpPr>
        <p:spPr bwMode="auto">
          <a:xfrm>
            <a:off x="7384869" y="2323710"/>
            <a:ext cx="4807131" cy="2145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25392" tIns="0" rIns="25392"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Ecrivez votre message </a:t>
            </a: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kumimoji="0" lang="fr-FR" altLang="fr-FR" sz="1600" b="0" i="0" u="none" strike="noStrike" cap="none" normalizeH="0" baseline="0" dirty="0">
                <a:ln>
                  <a:noFill/>
                </a:ln>
                <a:solidFill>
                  <a:srgbClr val="271A38"/>
                </a:solidFill>
                <a:effectLst/>
                <a:latin typeface="Inter"/>
              </a:rPr>
              <a:t>Appuyez sur Echap </a:t>
            </a:r>
            <a:r>
              <a:rPr lang="fr-FR" altLang="fr-FR" sz="1600" dirty="0">
                <a:solidFill>
                  <a:srgbClr val="271A38"/>
                </a:solidFill>
                <a:latin typeface="Inter"/>
              </a:rPr>
              <a:t>(curseur sur la dernière ligne)</a:t>
            </a:r>
            <a:endParaRPr kumimoji="0" lang="fr-FR" altLang="fr-FR" sz="1600" b="0" i="0" u="none" strike="noStrike" cap="none" normalizeH="0" baseline="0" dirty="0">
              <a:ln>
                <a:noFill/>
              </a:ln>
              <a:solidFill>
                <a:srgbClr val="271A38"/>
              </a:solidFill>
              <a:effectLst/>
              <a:latin typeface="Inter"/>
            </a:endParaRP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T</a:t>
            </a:r>
            <a:r>
              <a:rPr kumimoji="0" lang="fr-FR" altLang="fr-FR" sz="1600" b="0" i="0" u="none" strike="noStrike" cap="none" normalizeH="0" baseline="0" dirty="0">
                <a:ln>
                  <a:noFill/>
                </a:ln>
                <a:solidFill>
                  <a:srgbClr val="271A38"/>
                </a:solidFill>
                <a:effectLst/>
                <a:latin typeface="Inter"/>
              </a:rPr>
              <a:t>apez la commande   </a:t>
            </a:r>
            <a:r>
              <a:rPr kumimoji="0" lang="fr-FR" altLang="fr-FR" sz="2800" b="0" i="0" u="none" strike="noStrike" cap="none" normalizeH="0" baseline="0" dirty="0">
                <a:ln>
                  <a:noFill/>
                </a:ln>
                <a:solidFill>
                  <a:srgbClr val="271A38"/>
                </a:solidFill>
                <a:effectLst/>
                <a:latin typeface="Courier New" panose="02070309020205020404" pitchFamily="49" charset="0"/>
                <a:cs typeface="Courier New" panose="02070309020205020404" pitchFamily="49" charset="0"/>
              </a:rPr>
              <a:t>:x</a:t>
            </a:r>
            <a:r>
              <a:rPr kumimoji="0" lang="fr-FR" altLang="fr-FR" sz="2800" b="0" i="0" u="none" strike="noStrike" cap="none" normalizeH="0" baseline="0" dirty="0">
                <a:ln>
                  <a:noFill/>
                </a:ln>
                <a:solidFill>
                  <a:srgbClr val="271A38"/>
                </a:solidFill>
                <a:effectLst/>
                <a:latin typeface="Inter"/>
              </a:rPr>
              <a:t> </a:t>
            </a:r>
            <a:endParaRPr kumimoji="0" lang="fr-FR" altLang="fr-FR" sz="1600" b="0" i="0" u="none" strike="noStrike" cap="none" normalizeH="0" baseline="0" dirty="0">
              <a:ln>
                <a:noFill/>
              </a:ln>
              <a:solidFill>
                <a:schemeClr val="tx1"/>
              </a:solidFill>
              <a:effectLst/>
            </a:endParaRPr>
          </a:p>
        </p:txBody>
      </p:sp>
      <p:sp>
        <p:nvSpPr>
          <p:cNvPr id="9" name="Titre 1">
            <a:extLst>
              <a:ext uri="{FF2B5EF4-FFF2-40B4-BE49-F238E27FC236}">
                <a16:creationId xmlns:a16="http://schemas.microsoft.com/office/drawing/2014/main" id="{AFDD433B-F937-E1AD-B7B2-A36CA7E06ACA}"/>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11" name="Titre 1">
            <a:extLst>
              <a:ext uri="{FF2B5EF4-FFF2-40B4-BE49-F238E27FC236}">
                <a16:creationId xmlns:a16="http://schemas.microsoft.com/office/drawing/2014/main" id="{734F3402-F1C9-8E1E-E577-1581977F9EF9}"/>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Tree>
    <p:extLst>
      <p:ext uri="{BB962C8B-B14F-4D97-AF65-F5344CB8AC3E}">
        <p14:creationId xmlns:p14="http://schemas.microsoft.com/office/powerpoint/2010/main" val="33157545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Mon message de commit n’est pas le bon</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r>
              <a:rPr lang="fr-FR" sz="1800" b="0" i="0" dirty="0">
                <a:solidFill>
                  <a:srgbClr val="00B0F0"/>
                </a:solidFill>
                <a:effectLst/>
                <a:latin typeface="Courier New" panose="02070309020205020404" pitchFamily="49" charset="0"/>
              </a:rPr>
              <a:t> avec un message</a:t>
            </a: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–m «</a:t>
            </a:r>
            <a:r>
              <a:rPr lang="fr-FR" sz="1800" b="0" i="0" dirty="0" err="1">
                <a:solidFill>
                  <a:srgbClr val="FFFFFF"/>
                </a:solidFill>
                <a:effectLst/>
                <a:latin typeface="Courier New" panose="02070309020205020404" pitchFamily="49" charset="0"/>
              </a:rPr>
              <a:t>wrong</a:t>
            </a:r>
            <a:r>
              <a:rPr lang="fr-FR" sz="1800" b="0" i="0" dirty="0">
                <a:solidFill>
                  <a:srgbClr val="FFFFFF"/>
                </a:solidFill>
                <a:effectLst/>
                <a:latin typeface="Courier New" panose="02070309020205020404" pitchFamily="49" charset="0"/>
              </a:rPr>
              <a:t>-message»</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–m «good-message»</a:t>
            </a:r>
          </a:p>
          <a:p>
            <a:r>
              <a:rPr lang="fr-FR" sz="1800" b="0" i="0" dirty="0">
                <a:solidFill>
                  <a:srgbClr val="FFFF00"/>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des commit chrono. inverse</a:t>
            </a:r>
            <a:endParaRPr lang="fr-FR" sz="1800" b="0" i="0" dirty="0">
              <a:solidFill>
                <a:srgbClr val="FFFF00"/>
              </a:solidFill>
              <a:effectLst/>
              <a:latin typeface="Courier New" panose="02070309020205020404" pitchFamily="49" charset="0"/>
            </a:endParaRPr>
          </a:p>
          <a:p>
            <a:endParaRPr lang="fr-FR" sz="1800" dirty="0"/>
          </a:p>
        </p:txBody>
      </p:sp>
    </p:spTree>
    <p:extLst>
      <p:ext uri="{BB962C8B-B14F-4D97-AF65-F5344CB8AC3E}">
        <p14:creationId xmlns:p14="http://schemas.microsoft.com/office/powerpoint/2010/main" val="2696225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un fichier dans mon dernier commit</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1200329"/>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//Après avoir </a:t>
            </a:r>
            <a:r>
              <a:rPr lang="fr-FR" sz="1800" b="0" i="0" dirty="0" err="1">
                <a:solidFill>
                  <a:srgbClr val="00B0F0"/>
                </a:solidFill>
                <a:effectLst/>
                <a:latin typeface="Courier New" panose="02070309020205020404" pitchFamily="49" charset="0"/>
              </a:rPr>
              <a:t>commité</a:t>
            </a:r>
            <a:r>
              <a:rPr lang="fr-FR" dirty="0">
                <a:solidFill>
                  <a:srgbClr val="00B0F0"/>
                </a:solidFill>
                <a:latin typeface="Courier New" panose="02070309020205020404" pitchFamily="49" charset="0"/>
              </a:rPr>
              <a:t>, ajoutez un fichier</a:t>
            </a:r>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-–no-</a:t>
            </a:r>
            <a:r>
              <a:rPr lang="fr-FR" sz="1800" b="0" i="0" dirty="0" err="1">
                <a:solidFill>
                  <a:srgbClr val="FFFF00"/>
                </a:solidFill>
                <a:effectLst/>
                <a:latin typeface="Courier New" panose="02070309020205020404" pitchFamily="49" charset="0"/>
              </a:rPr>
              <a:t>edit</a:t>
            </a:r>
            <a:endParaRPr lang="fr-FR" sz="1800" b="0" i="0" dirty="0">
              <a:solidFill>
                <a:srgbClr val="FFFF00"/>
              </a:solidFill>
              <a:effectLst/>
              <a:latin typeface="Courier New" panose="02070309020205020404" pitchFamily="49" charset="0"/>
            </a:endParaRPr>
          </a:p>
          <a:p>
            <a:endParaRPr lang="fr-FR" sz="1800" dirty="0"/>
          </a:p>
        </p:txBody>
      </p:sp>
      <p:sp>
        <p:nvSpPr>
          <p:cNvPr id="4" name="Titre 1">
            <a:extLst>
              <a:ext uri="{FF2B5EF4-FFF2-40B4-BE49-F238E27FC236}">
                <a16:creationId xmlns:a16="http://schemas.microsoft.com/office/drawing/2014/main" id="{549F885D-AC65-6560-1502-0476A61BE931}"/>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Tree>
    <p:extLst>
      <p:ext uri="{BB962C8B-B14F-4D97-AF65-F5344CB8AC3E}">
        <p14:creationId xmlns:p14="http://schemas.microsoft.com/office/powerpoint/2010/main" val="21465321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ne voulais pas créer cette branche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660314" y="1821884"/>
            <a:ext cx="7689669" cy="3892732"/>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Créez une branche «  </a:t>
            </a:r>
            <a:r>
              <a:rPr lang="fr-FR" dirty="0" err="1"/>
              <a:t>branchTest</a:t>
            </a:r>
            <a:r>
              <a:rPr lang="fr-FR" dirty="0"/>
              <a:t> »</a:t>
            </a:r>
          </a:p>
          <a:p>
            <a:pPr marL="342900" indent="-342900">
              <a:lnSpc>
                <a:spcPct val="200000"/>
              </a:lnSpc>
              <a:buFont typeface="+mj-lt"/>
              <a:buAutoNum type="arabicPeriod"/>
            </a:pPr>
            <a:r>
              <a:rPr lang="fr-FR" dirty="0"/>
              <a:t>Cette branche était une erreur, supprimez-la</a:t>
            </a:r>
          </a:p>
          <a:p>
            <a:pPr marL="342900" indent="-342900">
              <a:lnSpc>
                <a:spcPct val="200000"/>
              </a:lnSpc>
              <a:buFont typeface="+mj-lt"/>
              <a:buAutoNum type="arabicPeriod"/>
            </a:pPr>
            <a:r>
              <a:rPr lang="fr-FR" dirty="0"/>
              <a:t>Créez une branche «  </a:t>
            </a:r>
            <a:r>
              <a:rPr lang="fr-FR" dirty="0" err="1"/>
              <a:t>maBranche</a:t>
            </a:r>
            <a:r>
              <a:rPr lang="fr-FR" dirty="0"/>
              <a:t> »</a:t>
            </a:r>
          </a:p>
          <a:p>
            <a:pPr marL="342900" indent="-342900">
              <a:lnSpc>
                <a:spcPct val="200000"/>
              </a:lnSpc>
              <a:buFont typeface="+mj-lt"/>
              <a:buAutoNum type="arabicPeriod"/>
            </a:pPr>
            <a:r>
              <a:rPr lang="fr-FR" dirty="0"/>
              <a:t>Allez dans cette branche, ajoutez un nouveau fichier, indexez-le et </a:t>
            </a:r>
            <a:r>
              <a:rPr lang="fr-FR" dirty="0" err="1"/>
              <a:t>commitez</a:t>
            </a:r>
            <a:endParaRPr lang="fr-FR" dirty="0"/>
          </a:p>
          <a:p>
            <a:pPr marL="342900" indent="-342900">
              <a:lnSpc>
                <a:spcPct val="200000"/>
              </a:lnSpc>
              <a:buFont typeface="+mj-lt"/>
              <a:buAutoNum type="arabicPeriod"/>
            </a:pPr>
            <a:r>
              <a:rPr lang="fr-FR" dirty="0"/>
              <a:t>Retournez dans main / master</a:t>
            </a:r>
          </a:p>
          <a:p>
            <a:pPr marL="342900" indent="-342900">
              <a:lnSpc>
                <a:spcPct val="200000"/>
              </a:lnSpc>
              <a:buFont typeface="+mj-lt"/>
              <a:buAutoNum type="arabicPeriod"/>
            </a:pPr>
            <a:r>
              <a:rPr lang="fr-FR" dirty="0"/>
              <a:t>Supprimez la branche «  </a:t>
            </a:r>
            <a:r>
              <a:rPr lang="fr-FR" dirty="0" err="1"/>
              <a:t>maBranche</a:t>
            </a:r>
            <a:r>
              <a:rPr lang="fr-FR" dirty="0"/>
              <a:t> » </a:t>
            </a:r>
          </a:p>
        </p:txBody>
      </p:sp>
      <p:sp>
        <p:nvSpPr>
          <p:cNvPr id="8" name="ZoneTexte 7">
            <a:extLst>
              <a:ext uri="{FF2B5EF4-FFF2-40B4-BE49-F238E27FC236}">
                <a16:creationId xmlns:a16="http://schemas.microsoft.com/office/drawing/2014/main" id="{63F1C1AE-BD44-BD95-D9A4-DB49CEB51643}"/>
              </a:ext>
            </a:extLst>
          </p:cNvPr>
          <p:cNvSpPr txBox="1"/>
          <p:nvPr/>
        </p:nvSpPr>
        <p:spPr>
          <a:xfrm>
            <a:off x="4458788" y="3500735"/>
            <a:ext cx="762384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branch</a:t>
            </a:r>
            <a:r>
              <a:rPr lang="fr-FR" sz="1800" b="0" i="0" dirty="0">
                <a:solidFill>
                  <a:srgbClr val="FFFFFF"/>
                </a:solidFill>
                <a:effectLst/>
                <a:latin typeface="Courier New" panose="02070309020205020404" pitchFamily="49" charset="0"/>
              </a:rPr>
              <a:t> –d </a:t>
            </a:r>
            <a:r>
              <a:rPr lang="fr-FR" sz="1800" b="0" i="0" dirty="0" err="1">
                <a:solidFill>
                  <a:srgbClr val="FFFFFF"/>
                </a:solidFill>
                <a:effectLst/>
                <a:latin typeface="Courier New" panose="02070309020205020404" pitchFamily="49" charset="0"/>
              </a:rPr>
              <a:t>branchTest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//Suppression de la branche</a:t>
            </a:r>
            <a:endParaRPr lang="fr-FR" sz="1800" dirty="0"/>
          </a:p>
        </p:txBody>
      </p:sp>
    </p:spTree>
    <p:extLst>
      <p:ext uri="{BB962C8B-B14F-4D97-AF65-F5344CB8AC3E}">
        <p14:creationId xmlns:p14="http://schemas.microsoft.com/office/powerpoint/2010/main" val="541211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2230739"/>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endParaRPr lang="fr-FR" dirty="0"/>
          </a:p>
        </p:txBody>
      </p:sp>
    </p:spTree>
    <p:extLst>
      <p:ext uri="{BB962C8B-B14F-4D97-AF65-F5344CB8AC3E}">
        <p14:creationId xmlns:p14="http://schemas.microsoft.com/office/powerpoint/2010/main" val="29214445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sp>
        <p:nvSpPr>
          <p:cNvPr id="8" name="Titre 1">
            <a:extLst>
              <a:ext uri="{FF2B5EF4-FFF2-40B4-BE49-F238E27FC236}">
                <a16:creationId xmlns:a16="http://schemas.microsoft.com/office/drawing/2014/main" id="{22BF6912-A971-268F-0F65-2D76B53D911A}"/>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11" name="ZoneTexte 10">
            <a:extLst>
              <a:ext uri="{FF2B5EF4-FFF2-40B4-BE49-F238E27FC236}">
                <a16:creationId xmlns:a16="http://schemas.microsoft.com/office/drawing/2014/main" id="{1F8194CF-4072-1BE7-B565-6B2B41F958BE}"/>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345905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8" name="Connecteur droit 37">
            <a:extLst>
              <a:ext uri="{FF2B5EF4-FFF2-40B4-BE49-F238E27FC236}">
                <a16:creationId xmlns:a16="http://schemas.microsoft.com/office/drawing/2014/main" id="{5F0506DE-4F74-7B43-0717-2C05EF6DFFCF}"/>
              </a:ext>
            </a:extLst>
          </p:cNvPr>
          <p:cNvCxnSpPr/>
          <p:nvPr/>
        </p:nvCxnSpPr>
        <p:spPr>
          <a:xfrm>
            <a:off x="8697211" y="5343833"/>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sp>
        <p:nvSpPr>
          <p:cNvPr id="3" name="Titre 1">
            <a:extLst>
              <a:ext uri="{FF2B5EF4-FFF2-40B4-BE49-F238E27FC236}">
                <a16:creationId xmlns:a16="http://schemas.microsoft.com/office/drawing/2014/main" id="{01994174-18D3-EE79-132A-0F8BFF2E2A46}"/>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Tree>
    <p:extLst>
      <p:ext uri="{BB962C8B-B14F-4D97-AF65-F5344CB8AC3E}">
        <p14:creationId xmlns:p14="http://schemas.microsoft.com/office/powerpoint/2010/main" val="3431075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sp>
        <p:nvSpPr>
          <p:cNvPr id="11" name="ZoneTexte 10">
            <a:extLst>
              <a:ext uri="{FF2B5EF4-FFF2-40B4-BE49-F238E27FC236}">
                <a16:creationId xmlns:a16="http://schemas.microsoft.com/office/drawing/2014/main" id="{C4139380-00C2-9121-B3E6-851C265DD181}"/>
              </a:ext>
            </a:extLst>
          </p:cNvPr>
          <p:cNvSpPr txBox="1"/>
          <p:nvPr/>
        </p:nvSpPr>
        <p:spPr>
          <a:xfrm>
            <a:off x="9533796" y="6212309"/>
            <a:ext cx="1216167"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endParaRPr lang="fr-FR" sz="2400" dirty="0">
              <a:solidFill>
                <a:srgbClr val="FFC000"/>
              </a:solidFill>
            </a:endParaRPr>
          </a:p>
        </p:txBody>
      </p:sp>
      <p:sp>
        <p:nvSpPr>
          <p:cNvPr id="3" name="Titre 1">
            <a:extLst>
              <a:ext uri="{FF2B5EF4-FFF2-40B4-BE49-F238E27FC236}">
                <a16:creationId xmlns:a16="http://schemas.microsoft.com/office/drawing/2014/main" id="{C7A004FB-98B0-FB36-222A-1BC4AEE84301}"/>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14" name="ZoneTexte 13">
            <a:extLst>
              <a:ext uri="{FF2B5EF4-FFF2-40B4-BE49-F238E27FC236}">
                <a16:creationId xmlns:a16="http://schemas.microsoft.com/office/drawing/2014/main" id="{9986BFE3-390A-4D3B-93D4-BB2312CBAEBC}"/>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180008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Tree>
    <p:extLst>
      <p:ext uri="{BB962C8B-B14F-4D97-AF65-F5344CB8AC3E}">
        <p14:creationId xmlns:p14="http://schemas.microsoft.com/office/powerpoint/2010/main" val="23301917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8962681" y="4685071"/>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
        <p:nvSpPr>
          <p:cNvPr id="14" name="ZoneTexte 13">
            <a:extLst>
              <a:ext uri="{FF2B5EF4-FFF2-40B4-BE49-F238E27FC236}">
                <a16:creationId xmlns:a16="http://schemas.microsoft.com/office/drawing/2014/main" id="{B06E2EF3-6712-79AC-8682-F3CBB80E67E9}"/>
              </a:ext>
            </a:extLst>
          </p:cNvPr>
          <p:cNvSpPr txBox="1"/>
          <p:nvPr/>
        </p:nvSpPr>
        <p:spPr>
          <a:xfrm>
            <a:off x="9425641" y="4884954"/>
            <a:ext cx="1966372"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r>
              <a:rPr lang="fr-FR" sz="2400" dirty="0">
                <a:solidFill>
                  <a:srgbClr val="FFC000"/>
                </a:solidFill>
              </a:rPr>
              <a:t> </a:t>
            </a:r>
            <a:r>
              <a:rPr lang="fr-FR" sz="2400" dirty="0" err="1">
                <a:solidFill>
                  <a:srgbClr val="FFC000"/>
                </a:solidFill>
              </a:rPr>
              <a:t>apply</a:t>
            </a:r>
            <a:endParaRPr lang="fr-FR" sz="2400" dirty="0">
              <a:solidFill>
                <a:srgbClr val="FFC000"/>
              </a:solidFill>
            </a:endParaRPr>
          </a:p>
        </p:txBody>
      </p:sp>
    </p:spTree>
    <p:extLst>
      <p:ext uri="{BB962C8B-B14F-4D97-AF65-F5344CB8AC3E}">
        <p14:creationId xmlns:p14="http://schemas.microsoft.com/office/powerpoint/2010/main" val="878652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
        <p:nvSpPr>
          <p:cNvPr id="8" name="ZoneTexte 7">
            <a:extLst>
              <a:ext uri="{FF2B5EF4-FFF2-40B4-BE49-F238E27FC236}">
                <a16:creationId xmlns:a16="http://schemas.microsoft.com/office/drawing/2014/main" id="{B3C0529C-714C-7A35-F7EB-9923F4916DD5}"/>
              </a:ext>
            </a:extLst>
          </p:cNvPr>
          <p:cNvSpPr txBox="1"/>
          <p:nvPr/>
        </p:nvSpPr>
        <p:spPr>
          <a:xfrm>
            <a:off x="4070554" y="2527342"/>
            <a:ext cx="7962915" cy="3139321"/>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 </a:t>
            </a:r>
            <a:r>
              <a:rPr lang="fr-FR" sz="1800" b="0" i="0" dirty="0">
                <a:solidFill>
                  <a:srgbClr val="00B0F0"/>
                </a:solidFill>
                <a:effectLst/>
                <a:latin typeface="Courier New" panose="02070309020205020404" pitchFamily="49" charset="0"/>
              </a:rPr>
              <a:t>//Indexation de toutes les </a:t>
            </a:r>
            <a:r>
              <a:rPr lang="fr-FR" sz="1800" b="0" i="0" dirty="0" err="1">
                <a:solidFill>
                  <a:srgbClr val="00B0F0"/>
                </a:solidFill>
                <a:effectLst/>
                <a:latin typeface="Courier New" panose="02070309020205020404" pitchFamily="49" charset="0"/>
              </a:rPr>
              <a:t>modifs</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//Remise des </a:t>
            </a:r>
            <a:r>
              <a:rPr lang="fr-FR" sz="1800" b="0" i="0" dirty="0" err="1">
                <a:solidFill>
                  <a:srgbClr val="00B0F0"/>
                </a:solidFill>
                <a:effectLst/>
                <a:latin typeface="Courier New" panose="02070309020205020404" pitchFamily="49" charset="0"/>
              </a:rPr>
              <a:t>modifs</a:t>
            </a:r>
            <a:r>
              <a:rPr lang="fr-FR" sz="1800" b="0" i="0" dirty="0">
                <a:solidFill>
                  <a:srgbClr val="00B0F0"/>
                </a:solidFill>
                <a:effectLst/>
                <a:latin typeface="Courier New" panose="02070309020205020404" pitchFamily="49" charset="0"/>
              </a:rPr>
              <a:t> en cours et </a:t>
            </a:r>
            <a:r>
              <a:rPr lang="fr-FR" sz="1800" b="0" i="0" dirty="0" err="1">
                <a:solidFill>
                  <a:srgbClr val="00B0F0"/>
                </a:solidFill>
                <a:effectLst/>
                <a:latin typeface="Courier New" panose="02070309020205020404" pitchFamily="49" charset="0"/>
              </a:rPr>
              <a:t>indéxées</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branch1</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list</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des remises</a:t>
            </a:r>
          </a:p>
          <a:p>
            <a:endParaRPr lang="fr-FR" sz="1800" b="0" i="0" dirty="0">
              <a:solidFill>
                <a:srgbClr val="00B0F0"/>
              </a:solidFill>
              <a:effectLst/>
              <a:latin typeface="Courier New" panose="02070309020205020404" pitchFamily="49" charset="0"/>
            </a:endParaRP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//Application de </a:t>
            </a:r>
            <a:r>
              <a:rPr lang="fr-FR" dirty="0">
                <a:solidFill>
                  <a:srgbClr val="00B0F0"/>
                </a:solidFill>
                <a:latin typeface="Courier New" panose="02070309020205020404" pitchFamily="49" charset="0"/>
              </a:rPr>
              <a:t>la </a:t>
            </a:r>
            <a:r>
              <a:rPr lang="fr-FR" sz="1800" b="0" i="0" dirty="0">
                <a:solidFill>
                  <a:srgbClr val="00B0F0"/>
                </a:solidFill>
                <a:effectLst/>
                <a:latin typeface="Courier New" panose="02070309020205020404" pitchFamily="49" charset="0"/>
              </a:rPr>
              <a:t>dernière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@{0} </a:t>
            </a:r>
            <a:r>
              <a:rPr lang="fr-FR" sz="1800" b="0" i="0" dirty="0">
                <a:solidFill>
                  <a:srgbClr val="00B0F0"/>
                </a:solidFill>
                <a:effectLst/>
                <a:latin typeface="Courier New" panose="02070309020205020404" pitchFamily="49" charset="0"/>
              </a:rPr>
              <a:t>//Application de la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pop </a:t>
            </a:r>
            <a:r>
              <a:rPr lang="fr-FR" sz="1800" b="0" i="0" dirty="0">
                <a:solidFill>
                  <a:srgbClr val="00B0F0"/>
                </a:solidFill>
                <a:effectLst/>
                <a:latin typeface="Courier New" panose="02070309020205020404" pitchFamily="49" charset="0"/>
              </a:rPr>
              <a:t>//Application et supp. de la remise</a:t>
            </a:r>
            <a:endParaRPr lang="fr-FR" sz="1800" dirty="0"/>
          </a:p>
        </p:txBody>
      </p:sp>
    </p:spTree>
    <p:extLst>
      <p:ext uri="{BB962C8B-B14F-4D97-AF65-F5344CB8AC3E}">
        <p14:creationId xmlns:p14="http://schemas.microsoft.com/office/powerpoint/2010/main" val="1383641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5554726"/>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latin typeface="arial" panose="020B0604020202020204" pitchFamily="34" charset="0"/>
              </a:rPr>
              <a:t>😱</a:t>
            </a:r>
            <a:endParaRPr lang="fr-FR" sz="4400" b="0" i="0" dirty="0">
              <a:solidFill>
                <a:srgbClr val="8AB4F8"/>
              </a:solidFill>
              <a:effectLst/>
              <a:latin typeface="arial" panose="020B0604020202020204" pitchFamily="34" charset="0"/>
              <a:hlinkClick r:id="rId2"/>
            </a:endParaRPr>
          </a:p>
          <a:p>
            <a:pPr>
              <a:lnSpc>
                <a:spcPct val="200000"/>
              </a:lnSpc>
            </a:pPr>
            <a:r>
              <a:rPr lang="fr-FR" dirty="0">
                <a:sym typeface="Wingdings" panose="05000000000000000000" pitchFamily="2" charset="2"/>
              </a:rPr>
              <a:t>J’ai commit  Je peux reset</a:t>
            </a:r>
            <a:endParaRPr lang="fr-FR" dirty="0"/>
          </a:p>
          <a:p>
            <a:pPr>
              <a:lnSpc>
                <a:spcPct val="200000"/>
              </a:lnSpc>
            </a:pPr>
            <a:endParaRPr lang="fr-FR" dirty="0"/>
          </a:p>
        </p:txBody>
      </p:sp>
      <p:sp>
        <p:nvSpPr>
          <p:cNvPr id="11" name="ZoneTexte 10">
            <a:extLst>
              <a:ext uri="{FF2B5EF4-FFF2-40B4-BE49-F238E27FC236}">
                <a16:creationId xmlns:a16="http://schemas.microsoft.com/office/drawing/2014/main" id="{B521DF78-6081-461E-D188-44B011A9DC62}"/>
              </a:ext>
            </a:extLst>
          </p:cNvPr>
          <p:cNvSpPr txBox="1"/>
          <p:nvPr/>
        </p:nvSpPr>
        <p:spPr>
          <a:xfrm>
            <a:off x="4070554" y="2527342"/>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endParaRPr lang="fr-FR" sz="1800" b="0" i="0" dirty="0">
              <a:solidFill>
                <a:srgbClr val="00B0F0"/>
              </a:solidFill>
              <a:effectLst/>
              <a:latin typeface="Courier New" panose="02070309020205020404" pitchFamily="49" charset="0"/>
            </a:endParaRP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//Suppression du dernier commit</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a:t>
            </a:r>
            <a:r>
              <a:rPr lang="fr-FR" sz="1800" b="0" i="0" dirty="0" err="1">
                <a:solidFill>
                  <a:srgbClr val="FFFFFF"/>
                </a:solidFill>
                <a:effectLst/>
                <a:latin typeface="Courier New" panose="02070309020205020404" pitchFamily="49" charset="0"/>
              </a:rPr>
              <a:t>branchCommit</a:t>
            </a:r>
            <a:endParaRPr lang="fr-FR" sz="1800" b="0" i="0" dirty="0">
              <a:solidFill>
                <a:srgbClr val="FFFFFF"/>
              </a:solidFill>
              <a:effectLst/>
              <a:latin typeface="Courier New" panose="02070309020205020404" pitchFamily="49" charset="0"/>
            </a:endParaRPr>
          </a:p>
          <a:p>
            <a:r>
              <a:rPr lang="fr-FR" sz="1800" b="0" i="0" dirty="0">
                <a:solidFill>
                  <a:srgbClr val="FFFF00"/>
                </a:solidFill>
                <a:effectLst/>
                <a:latin typeface="Courier New" panose="02070309020205020404" pitchFamily="49" charset="0"/>
              </a:rPr>
              <a:t>$ git reset -–hard a2c4e6g8 </a:t>
            </a:r>
            <a:r>
              <a:rPr lang="fr-FR" sz="1800" b="0" i="0" dirty="0">
                <a:solidFill>
                  <a:srgbClr val="00B0F0"/>
                </a:solidFill>
                <a:effectLst/>
                <a:latin typeface="Courier New" panose="02070309020205020404" pitchFamily="49" charset="0"/>
              </a:rPr>
              <a:t>//applicatio</a:t>
            </a:r>
            <a:r>
              <a:rPr lang="fr-FR" dirty="0">
                <a:solidFill>
                  <a:srgbClr val="00B0F0"/>
                </a:solidFill>
                <a:latin typeface="Courier New" panose="02070309020205020404" pitchFamily="49" charset="0"/>
              </a:rPr>
              <a:t>n du commit</a:t>
            </a:r>
            <a:endParaRPr lang="fr-FR" sz="1800" dirty="0"/>
          </a:p>
        </p:txBody>
      </p:sp>
      <p:cxnSp>
        <p:nvCxnSpPr>
          <p:cNvPr id="20" name="Connecteur droit avec flèche 19">
            <a:extLst>
              <a:ext uri="{FF2B5EF4-FFF2-40B4-BE49-F238E27FC236}">
                <a16:creationId xmlns:a16="http://schemas.microsoft.com/office/drawing/2014/main" id="{7CA83BD6-B000-CBCE-4CCF-1B145B64B7E7}"/>
              </a:ext>
            </a:extLst>
          </p:cNvPr>
          <p:cNvCxnSpPr>
            <a:cxnSpLocks/>
          </p:cNvCxnSpPr>
          <p:nvPr/>
        </p:nvCxnSpPr>
        <p:spPr>
          <a:xfrm flipV="1">
            <a:off x="7089058" y="4640826"/>
            <a:ext cx="0" cy="7177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25" name="ZoneTexte 24">
            <a:extLst>
              <a:ext uri="{FF2B5EF4-FFF2-40B4-BE49-F238E27FC236}">
                <a16:creationId xmlns:a16="http://schemas.microsoft.com/office/drawing/2014/main" id="{A2F1E243-3F00-9815-E6ED-D161699F4FE7}"/>
              </a:ext>
            </a:extLst>
          </p:cNvPr>
          <p:cNvSpPr txBox="1"/>
          <p:nvPr/>
        </p:nvSpPr>
        <p:spPr>
          <a:xfrm>
            <a:off x="4168877" y="5482782"/>
            <a:ext cx="6096000" cy="369332"/>
          </a:xfrm>
          <a:prstGeom prst="rect">
            <a:avLst/>
          </a:prstGeom>
          <a:noFill/>
        </p:spPr>
        <p:txBody>
          <a:bodyPr wrap="square">
            <a:spAutoFit/>
          </a:bodyPr>
          <a:lstStyle/>
          <a:p>
            <a:pPr algn="ctr"/>
            <a:r>
              <a:rPr lang="fr-FR" b="0" i="0" dirty="0">
                <a:solidFill>
                  <a:srgbClr val="0070C0"/>
                </a:solidFill>
                <a:effectLst/>
                <a:latin typeface="Inter"/>
              </a:rPr>
              <a:t>8 premiers caractères de l’identifiant (SHA) du commit.</a:t>
            </a:r>
            <a:endParaRPr lang="fr-FR" dirty="0">
              <a:solidFill>
                <a:srgbClr val="0070C0"/>
              </a:solidFill>
            </a:endParaRPr>
          </a:p>
        </p:txBody>
      </p:sp>
    </p:spTree>
    <p:extLst>
      <p:ext uri="{BB962C8B-B14F-4D97-AF65-F5344CB8AC3E}">
        <p14:creationId xmlns:p14="http://schemas.microsoft.com/office/powerpoint/2010/main" val="33067295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083921"/>
          </a:xfrm>
          <a:prstGeom prst="rect">
            <a:avLst/>
          </a:prstGeom>
          <a:noFill/>
        </p:spPr>
        <p:txBody>
          <a:bodyPr wrap="square">
            <a:spAutoFit/>
          </a:bodyPr>
          <a:lstStyle/>
          <a:p>
            <a:pPr marL="285750" indent="-285750">
              <a:lnSpc>
                <a:spcPct val="200000"/>
              </a:lnSpc>
              <a:buFont typeface="Arial" panose="020B0604020202020204" pitchFamily="34" charset="0"/>
              <a:buChar char="•"/>
            </a:pPr>
            <a:r>
              <a:rPr lang="fr-FR" sz="2000" b="0" i="1" dirty="0">
                <a:solidFill>
                  <a:srgbClr val="271A38"/>
                </a:solidFill>
                <a:effectLst/>
                <a:latin typeface="Inter"/>
              </a:rPr>
              <a:t>git commit --</a:t>
            </a:r>
            <a:r>
              <a:rPr lang="fr-FR" sz="2000" b="0" i="1" dirty="0" err="1">
                <a:solidFill>
                  <a:srgbClr val="271A38"/>
                </a:solidFill>
                <a:effectLst/>
                <a:latin typeface="Inter"/>
              </a:rPr>
              <a:t>amend</a:t>
            </a:r>
            <a:r>
              <a:rPr lang="fr-FR" sz="2000" b="0" i="1" dirty="0">
                <a:solidFill>
                  <a:srgbClr val="271A38"/>
                </a:solidFill>
                <a:effectLst/>
                <a:latin typeface="Inter"/>
              </a:rPr>
              <a:t> </a:t>
            </a:r>
            <a:r>
              <a:rPr lang="fr-FR" sz="2000" b="0" i="0" dirty="0">
                <a:solidFill>
                  <a:srgbClr val="271A38"/>
                </a:solidFill>
                <a:effectLst/>
                <a:latin typeface="Inter"/>
              </a:rPr>
              <a:t>permet de sélectionner le dernier commit pour y effectuer des modifications.</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branch</a:t>
            </a:r>
            <a:r>
              <a:rPr lang="fr-FR" sz="2000" b="0" i="1" dirty="0">
                <a:solidFill>
                  <a:srgbClr val="271A38"/>
                </a:solidFill>
                <a:effectLst/>
                <a:latin typeface="Inter"/>
              </a:rPr>
              <a:t> -d </a:t>
            </a:r>
            <a:r>
              <a:rPr lang="fr-FR" sz="2000" b="0" i="0" dirty="0">
                <a:solidFill>
                  <a:srgbClr val="271A38"/>
                </a:solidFill>
                <a:effectLst/>
                <a:latin typeface="Inter"/>
              </a:rPr>
              <a:t>permet de supprimer une branche.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stash</a:t>
            </a:r>
            <a:r>
              <a:rPr lang="fr-FR" sz="2000" b="0" i="1" dirty="0">
                <a:solidFill>
                  <a:srgbClr val="271A38"/>
                </a:solidFill>
                <a:effectLst/>
                <a:latin typeface="Inter"/>
              </a:rPr>
              <a:t> </a:t>
            </a:r>
            <a:r>
              <a:rPr lang="fr-FR" sz="2000" b="0" i="0" dirty="0">
                <a:solidFill>
                  <a:srgbClr val="271A38"/>
                </a:solidFill>
                <a:effectLst/>
                <a:latin typeface="Inter"/>
              </a:rPr>
              <a:t>enregistre les modifications non indexées pour une utilisation ultérieure.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reset --hard HEAD^ </a:t>
            </a:r>
            <a:r>
              <a:rPr lang="fr-FR" sz="2000" b="0" i="0" dirty="0">
                <a:solidFill>
                  <a:srgbClr val="271A38"/>
                </a:solidFill>
                <a:effectLst/>
                <a:latin typeface="Inter"/>
              </a:rPr>
              <a:t>permet de réinitialiser l'index et le répertoire de travail à l'état du dernier commit.</a:t>
            </a:r>
          </a:p>
        </p:txBody>
      </p:sp>
    </p:spTree>
    <p:extLst>
      <p:ext uri="{BB962C8B-B14F-4D97-AF65-F5344CB8AC3E}">
        <p14:creationId xmlns:p14="http://schemas.microsoft.com/office/powerpoint/2010/main" val="34588997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a:t>J’ai fait </a:t>
            </a:r>
            <a:r>
              <a:rPr lang="fr-FR" sz="2400" u="sng" dirty="0"/>
              <a:t>une modification sur la branche principale</a:t>
            </a:r>
          </a:p>
        </p:txBody>
      </p:sp>
      <p:sp>
        <p:nvSpPr>
          <p:cNvPr id="4" name="ZoneTexte 3">
            <a:extLst>
              <a:ext uri="{FF2B5EF4-FFF2-40B4-BE49-F238E27FC236}">
                <a16:creationId xmlns:a16="http://schemas.microsoft.com/office/drawing/2014/main" id="{D2A9C625-806F-2217-F26A-19DEC2DFBA7E}"/>
              </a:ext>
            </a:extLst>
          </p:cNvPr>
          <p:cNvSpPr txBox="1"/>
          <p:nvPr/>
        </p:nvSpPr>
        <p:spPr>
          <a:xfrm>
            <a:off x="114485" y="4242866"/>
            <a:ext cx="4268737" cy="1120948"/>
          </a:xfrm>
          <a:prstGeom prst="rect">
            <a:avLst/>
          </a:prstGeom>
          <a:noFill/>
        </p:spPr>
        <p:txBody>
          <a:bodyPr wrap="square" rtlCol="0">
            <a:spAutoFit/>
          </a:bodyPr>
          <a:lstStyle/>
          <a:p>
            <a:pPr algn="l"/>
            <a:r>
              <a:rPr lang="fr-FR" b="1" u="sng" dirty="0">
                <a:solidFill>
                  <a:schemeClr val="bg1"/>
                </a:solidFill>
                <a:highlight>
                  <a:srgbClr val="000000"/>
                </a:highlight>
              </a:rPr>
              <a:t>Niveau expert</a:t>
            </a:r>
            <a:r>
              <a:rPr lang="fr-FR" sz="3600" b="0" i="0" u="none" strike="noStrike" dirty="0">
                <a:solidFill>
                  <a:srgbClr val="8AB4F8"/>
                </a:solidFill>
                <a:effectLst/>
                <a:highlight>
                  <a:srgbClr val="000000"/>
                </a:highlight>
                <a:latin typeface="arial" panose="020B0604020202020204" pitchFamily="34" charset="0"/>
              </a:rPr>
              <a:t>☠️</a:t>
            </a:r>
            <a:endParaRPr lang="fr-FR" sz="3600" b="0" i="0" u="none" strike="noStrike" dirty="0">
              <a:solidFill>
                <a:srgbClr val="8AB4F8"/>
              </a:solidFill>
              <a:effectLst/>
              <a:highlight>
                <a:srgbClr val="000000"/>
              </a:highlight>
              <a:latin typeface="arial" panose="020B0604020202020204" pitchFamily="34" charset="0"/>
              <a:hlinkClick r:id="rId2"/>
            </a:endParaRPr>
          </a:p>
          <a:p>
            <a:pPr>
              <a:lnSpc>
                <a:spcPct val="200000"/>
              </a:lnSpc>
            </a:pPr>
            <a:r>
              <a:rPr lang="fr-FR" dirty="0"/>
              <a:t>Je poussé ! </a:t>
            </a:r>
            <a:r>
              <a:rPr lang="fr-FR" dirty="0">
                <a:sym typeface="Wingdings" panose="05000000000000000000" pitchFamily="2" charset="2"/>
              </a:rPr>
              <a:t> Je peux </a:t>
            </a:r>
            <a:r>
              <a:rPr lang="fr-FR" dirty="0" err="1">
                <a:sym typeface="Wingdings" panose="05000000000000000000" pitchFamily="2" charset="2"/>
              </a:rPr>
              <a:t>revert</a:t>
            </a:r>
            <a:endParaRPr lang="fr-FR" dirty="0"/>
          </a:p>
        </p:txBody>
      </p:sp>
      <p:sp>
        <p:nvSpPr>
          <p:cNvPr id="7" name="ZoneTexte 6">
            <a:extLst>
              <a:ext uri="{FF2B5EF4-FFF2-40B4-BE49-F238E27FC236}">
                <a16:creationId xmlns:a16="http://schemas.microsoft.com/office/drawing/2014/main" id="{31920AC3-BE0E-38F1-3277-BA314E7CBA18}"/>
              </a:ext>
            </a:extLst>
          </p:cNvPr>
          <p:cNvSpPr txBox="1"/>
          <p:nvPr/>
        </p:nvSpPr>
        <p:spPr>
          <a:xfrm>
            <a:off x="143981" y="1538994"/>
            <a:ext cx="6050342" cy="2308324"/>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rPr>
              <a:t>😏</a:t>
            </a:r>
            <a:r>
              <a:rPr lang="fr-FR" sz="3600" dirty="0"/>
              <a:t> </a:t>
            </a:r>
            <a:r>
              <a:rPr lang="fr-FR" dirty="0">
                <a:sym typeface="Wingdings" panose="05000000000000000000" pitchFamily="2" charset="2"/>
              </a:rPr>
              <a:t> </a:t>
            </a:r>
            <a:r>
              <a:rPr lang="fr-FR" dirty="0" err="1"/>
              <a:t>checkout</a:t>
            </a:r>
            <a:endParaRPr lang="fr-FR" dirty="0"/>
          </a:p>
          <a:p>
            <a:r>
              <a:rPr lang="fr-FR" b="1" u="sng" dirty="0">
                <a:solidFill>
                  <a:srgbClr val="FFC000"/>
                </a:solidFill>
                <a:sym typeface="Wingdings" panose="05000000000000000000" pitchFamily="2" charset="2"/>
              </a:rPr>
              <a:t>Niveau intermédiaire </a:t>
            </a:r>
            <a:r>
              <a:rPr lang="fr-FR" sz="3600" b="0" i="0" dirty="0">
                <a:solidFill>
                  <a:srgbClr val="E8EAED"/>
                </a:solidFill>
                <a:effectLst/>
                <a:cs typeface="Arial" panose="020B0604020202020204" pitchFamily="34" charset="0"/>
              </a:rPr>
              <a:t>🤭</a:t>
            </a:r>
            <a:r>
              <a:rPr lang="fr-FR" dirty="0">
                <a:sym typeface="Wingdings" panose="05000000000000000000" pitchFamily="2" charset="2"/>
              </a:rPr>
              <a:t></a:t>
            </a:r>
            <a:r>
              <a:rPr lang="fr-FR" sz="3600" dirty="0">
                <a:sym typeface="Wingdings" panose="05000000000000000000" pitchFamily="2" charset="2"/>
              </a:rPr>
              <a:t> </a:t>
            </a:r>
            <a:r>
              <a:rPr lang="fr-FR" dirty="0" err="1">
                <a:sym typeface="Wingdings" panose="05000000000000000000" pitchFamily="2" charset="2"/>
              </a:rPr>
              <a:t>stash</a:t>
            </a: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rPr>
              <a:t>😱</a:t>
            </a:r>
            <a:r>
              <a:rPr lang="fr-FR" b="0" i="0" dirty="0">
                <a:effectLst/>
                <a:sym typeface="Wingdings" panose="05000000000000000000" pitchFamily="2" charset="2"/>
              </a:rPr>
              <a:t> reset</a:t>
            </a:r>
            <a:endParaRPr lang="fr-FR"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4011561" y="4749433"/>
            <a:ext cx="7962915" cy="646331"/>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revert</a:t>
            </a:r>
            <a:r>
              <a:rPr lang="fr-FR" sz="1800" b="0" i="0" dirty="0">
                <a:solidFill>
                  <a:srgbClr val="FFFFFF"/>
                </a:solidFill>
                <a:effectLst/>
                <a:latin typeface="Courier New" panose="02070309020205020404" pitchFamily="49" charset="0"/>
              </a:rPr>
              <a:t> HEAD^ </a:t>
            </a:r>
            <a:r>
              <a:rPr lang="fr-FR" sz="1800" b="0" i="0" dirty="0">
                <a:solidFill>
                  <a:srgbClr val="00B0F0"/>
                </a:solidFill>
                <a:effectLst/>
                <a:latin typeface="Courier New" panose="02070309020205020404" pitchFamily="49" charset="0"/>
              </a:rPr>
              <a:t>//Annulation d’un commit publique</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//Annulation d’un commit privé</a:t>
            </a:r>
            <a:endParaRPr lang="fr-FR" sz="1800" dirty="0"/>
          </a:p>
        </p:txBody>
      </p:sp>
      <p:pic>
        <p:nvPicPr>
          <p:cNvPr id="3074" name="Picture 2" descr="La différence entre git revert et git reset">
            <a:extLst>
              <a:ext uri="{FF2B5EF4-FFF2-40B4-BE49-F238E27FC236}">
                <a16:creationId xmlns:a16="http://schemas.microsoft.com/office/drawing/2014/main" id="{D0E6D338-B01E-58E2-89F5-FF92BB2DEE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0932" y="1775409"/>
            <a:ext cx="5726061" cy="23476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98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Revenez en arrière grâce à git reset">
            <a:extLst>
              <a:ext uri="{FF2B5EF4-FFF2-40B4-BE49-F238E27FC236}">
                <a16:creationId xmlns:a16="http://schemas.microsoft.com/office/drawing/2014/main" id="{BE2CAE37-6CD3-B80B-6DF1-0305CE673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6167" y="505215"/>
            <a:ext cx="5305579" cy="1966062"/>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Les 3 types de réinitialisation de Git reset">
            <a:extLst>
              <a:ext uri="{FF2B5EF4-FFF2-40B4-BE49-F238E27FC236}">
                <a16:creationId xmlns:a16="http://schemas.microsoft.com/office/drawing/2014/main" id="{690D289C-1E7D-1DF8-E2D6-9918181031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1987" y="1953948"/>
            <a:ext cx="8070440" cy="420396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75444" y="106427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dois revenir dans le passé </a:t>
            </a:r>
            <a:r>
              <a:rPr lang="fr-FR" sz="2400" dirty="0">
                <a:sym typeface="Wingdings" panose="05000000000000000000" pitchFamily="2" charset="2"/>
              </a:rPr>
              <a:t> git reset</a:t>
            </a:r>
            <a:endParaRPr lang="fr-FR" sz="2400"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1199536" y="6037458"/>
            <a:ext cx="9370141" cy="369332"/>
          </a:xfrm>
          <a:prstGeom prst="rect">
            <a:avLst/>
          </a:prstGeom>
          <a:solidFill>
            <a:schemeClr val="tx1"/>
          </a:solidFill>
        </p:spPr>
        <p:txBody>
          <a:bodyPr wrap="square">
            <a:spAutoFit/>
          </a:bodyPr>
          <a:lstStyle/>
          <a:p>
            <a:r>
              <a:rPr lang="fr-FR" sz="1800" b="0" i="0" dirty="0">
                <a:solidFill>
                  <a:srgbClr val="FFFF00"/>
                </a:solidFill>
                <a:effectLst/>
                <a:latin typeface="Courier New" panose="02070309020205020404" pitchFamily="49" charset="0"/>
              </a:rPr>
              <a:t>$ git reset </a:t>
            </a:r>
            <a:r>
              <a:rPr lang="fr-FR" sz="1800" b="0" i="0" dirty="0" err="1">
                <a:solidFill>
                  <a:srgbClr val="FFFF00"/>
                </a:solidFill>
                <a:effectLst/>
                <a:latin typeface="Courier New" panose="02070309020205020404" pitchFamily="49" charset="0"/>
              </a:rPr>
              <a:t>notreCommitCible</a:t>
            </a:r>
            <a:r>
              <a:rPr lang="fr-FR" sz="1800" b="0" i="0" dirty="0">
                <a:solidFill>
                  <a:srgbClr val="FFFF00"/>
                </a:solidFill>
                <a:effectLst/>
                <a:latin typeface="Courier New" panose="02070309020205020404" pitchFamily="49" charset="0"/>
              </a:rPr>
              <a:t> –-hard </a:t>
            </a:r>
            <a:r>
              <a:rPr lang="fr-FR" sz="1800" b="0" i="0" dirty="0">
                <a:solidFill>
                  <a:srgbClr val="00B0F0"/>
                </a:solidFill>
                <a:effectLst/>
                <a:latin typeface="Courier New" panose="02070309020205020404" pitchFamily="49" charset="0"/>
              </a:rPr>
              <a:t>//Retour au commit cible</a:t>
            </a:r>
            <a:endParaRPr lang="fr-FR" sz="1800" dirty="0"/>
          </a:p>
        </p:txBody>
      </p:sp>
    </p:spTree>
    <p:extLst>
      <p:ext uri="{BB962C8B-B14F-4D97-AF65-F5344CB8AC3E}">
        <p14:creationId xmlns:p14="http://schemas.microsoft.com/office/powerpoint/2010/main" val="38463495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894157"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pic>
        <p:nvPicPr>
          <p:cNvPr id="17" name="Graphique 16" descr="Document">
            <a:extLst>
              <a:ext uri="{FF2B5EF4-FFF2-40B4-BE49-F238E27FC236}">
                <a16:creationId xmlns:a16="http://schemas.microsoft.com/office/drawing/2014/main" id="{A6CD02FB-3001-14DE-C0D8-CB1EA41129B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536886" y="1801911"/>
            <a:ext cx="363814" cy="356809"/>
          </a:xfrm>
          <a:prstGeom prst="rect">
            <a:avLst/>
          </a:prstGeom>
        </p:spPr>
      </p:pic>
      <p:cxnSp>
        <p:nvCxnSpPr>
          <p:cNvPr id="19" name="Connecteur droit avec flèche 18">
            <a:extLst>
              <a:ext uri="{FF2B5EF4-FFF2-40B4-BE49-F238E27FC236}">
                <a16:creationId xmlns:a16="http://schemas.microsoft.com/office/drawing/2014/main" id="{394D6939-4527-E73F-8C54-0341E8639525}"/>
              </a:ext>
            </a:extLst>
          </p:cNvPr>
          <p:cNvCxnSpPr/>
          <p:nvPr/>
        </p:nvCxnSpPr>
        <p:spPr>
          <a:xfrm>
            <a:off x="6715433" y="2212259"/>
            <a:ext cx="0" cy="452284"/>
          </a:xfrm>
          <a:prstGeom prst="straightConnector1">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3" name="Connecteur : en arc 22">
            <a:extLst>
              <a:ext uri="{FF2B5EF4-FFF2-40B4-BE49-F238E27FC236}">
                <a16:creationId xmlns:a16="http://schemas.microsoft.com/office/drawing/2014/main" id="{D8845BEB-C0A0-7677-AD18-8F9B6880FDF2}"/>
              </a:ext>
            </a:extLst>
          </p:cNvPr>
          <p:cNvCxnSpPr>
            <a:stCxn id="17" idx="3"/>
          </p:cNvCxnSpPr>
          <p:nvPr/>
        </p:nvCxnSpPr>
        <p:spPr>
          <a:xfrm flipH="1">
            <a:off x="6705600" y="1980316"/>
            <a:ext cx="195100" cy="1372484"/>
          </a:xfrm>
          <a:prstGeom prst="curvedConnector4">
            <a:avLst>
              <a:gd name="adj1" fmla="val -313716"/>
              <a:gd name="adj2" fmla="val 79423"/>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934215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2791782"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cxnSp>
        <p:nvCxnSpPr>
          <p:cNvPr id="10" name="Connecteur : en angle 9">
            <a:extLst>
              <a:ext uri="{FF2B5EF4-FFF2-40B4-BE49-F238E27FC236}">
                <a16:creationId xmlns:a16="http://schemas.microsoft.com/office/drawing/2014/main" id="{E79D6563-34F5-6CCE-9405-DBEA9FCF1426}"/>
              </a:ext>
            </a:extLst>
          </p:cNvPr>
          <p:cNvCxnSpPr>
            <a:cxnSpLocks/>
          </p:cNvCxnSpPr>
          <p:nvPr/>
        </p:nvCxnSpPr>
        <p:spPr>
          <a:xfrm>
            <a:off x="7079226" y="3421626"/>
            <a:ext cx="983226" cy="648929"/>
          </a:xfrm>
          <a:prstGeom prst="bentConnector3">
            <a:avLst>
              <a:gd name="adj1" fmla="val 100000"/>
            </a:avLst>
          </a:prstGeom>
          <a:ln w="38100">
            <a:solidFill>
              <a:srgbClr val="00B050"/>
            </a:solidFill>
            <a:tailEnd type="triangle"/>
          </a:ln>
        </p:spPr>
        <p:style>
          <a:lnRef idx="1">
            <a:schemeClr val="dk1"/>
          </a:lnRef>
          <a:fillRef idx="0">
            <a:schemeClr val="dk1"/>
          </a:fillRef>
          <a:effectRef idx="0">
            <a:schemeClr val="dk1"/>
          </a:effectRef>
          <a:fontRef idx="minor">
            <a:schemeClr val="tx1"/>
          </a:fontRef>
        </p:style>
      </p:cxnSp>
      <p:cxnSp>
        <p:nvCxnSpPr>
          <p:cNvPr id="20" name="Connecteur : en angle 19">
            <a:extLst>
              <a:ext uri="{FF2B5EF4-FFF2-40B4-BE49-F238E27FC236}">
                <a16:creationId xmlns:a16="http://schemas.microsoft.com/office/drawing/2014/main" id="{D87A0CBA-FBC9-24AA-C2FE-F6C6F231392C}"/>
              </a:ext>
            </a:extLst>
          </p:cNvPr>
          <p:cNvCxnSpPr>
            <a:cxnSpLocks/>
          </p:cNvCxnSpPr>
          <p:nvPr/>
        </p:nvCxnSpPr>
        <p:spPr>
          <a:xfrm>
            <a:off x="7054645" y="2777613"/>
            <a:ext cx="1843549" cy="1283110"/>
          </a:xfrm>
          <a:prstGeom prst="bentConnector3">
            <a:avLst>
              <a:gd name="adj1" fmla="val 100133"/>
            </a:avLst>
          </a:prstGeom>
          <a:ln w="38100">
            <a:solidFill>
              <a:schemeClr val="accent2"/>
            </a:solidFill>
            <a:tailEnd type="triangle"/>
          </a:ln>
        </p:spPr>
        <p:style>
          <a:lnRef idx="1">
            <a:schemeClr val="dk1"/>
          </a:lnRef>
          <a:fillRef idx="0">
            <a:schemeClr val="dk1"/>
          </a:fillRef>
          <a:effectRef idx="0">
            <a:schemeClr val="dk1"/>
          </a:effectRef>
          <a:fontRef idx="minor">
            <a:schemeClr val="tx1"/>
          </a:fontRef>
        </p:style>
      </p:cxnSp>
      <p:sp>
        <p:nvSpPr>
          <p:cNvPr id="24" name="ZoneTexte 23">
            <a:extLst>
              <a:ext uri="{FF2B5EF4-FFF2-40B4-BE49-F238E27FC236}">
                <a16:creationId xmlns:a16="http://schemas.microsoft.com/office/drawing/2014/main" id="{197E14E8-3AF3-A0E5-9EAB-D0747F27CE51}"/>
              </a:ext>
            </a:extLst>
          </p:cNvPr>
          <p:cNvSpPr txBox="1"/>
          <p:nvPr/>
        </p:nvSpPr>
        <p:spPr>
          <a:xfrm>
            <a:off x="7236542" y="4336026"/>
            <a:ext cx="1625766" cy="369332"/>
          </a:xfrm>
          <a:prstGeom prst="rect">
            <a:avLst/>
          </a:prstGeom>
          <a:noFill/>
        </p:spPr>
        <p:txBody>
          <a:bodyPr wrap="none" rtlCol="0">
            <a:spAutoFit/>
          </a:bodyPr>
          <a:lstStyle/>
          <a:p>
            <a:r>
              <a:rPr lang="fr-FR" dirty="0">
                <a:solidFill>
                  <a:srgbClr val="00B050"/>
                </a:solidFill>
              </a:rPr>
              <a:t>Merge branch1</a:t>
            </a:r>
          </a:p>
        </p:txBody>
      </p:sp>
      <p:sp>
        <p:nvSpPr>
          <p:cNvPr id="25" name="ZoneTexte 24">
            <a:extLst>
              <a:ext uri="{FF2B5EF4-FFF2-40B4-BE49-F238E27FC236}">
                <a16:creationId xmlns:a16="http://schemas.microsoft.com/office/drawing/2014/main" id="{0BCFCF84-444C-C7D0-1E69-EAD0C2B35E1D}"/>
              </a:ext>
            </a:extLst>
          </p:cNvPr>
          <p:cNvSpPr txBox="1"/>
          <p:nvPr/>
        </p:nvSpPr>
        <p:spPr>
          <a:xfrm>
            <a:off x="9021097" y="3200400"/>
            <a:ext cx="1625766" cy="369332"/>
          </a:xfrm>
          <a:prstGeom prst="rect">
            <a:avLst/>
          </a:prstGeom>
          <a:noFill/>
        </p:spPr>
        <p:txBody>
          <a:bodyPr wrap="none" rtlCol="0">
            <a:spAutoFit/>
          </a:bodyPr>
          <a:lstStyle/>
          <a:p>
            <a:r>
              <a:rPr lang="fr-FR" dirty="0">
                <a:solidFill>
                  <a:schemeClr val="accent2"/>
                </a:solidFill>
              </a:rPr>
              <a:t>Merge branch2</a:t>
            </a:r>
          </a:p>
        </p:txBody>
      </p:sp>
      <p:sp>
        <p:nvSpPr>
          <p:cNvPr id="27" name="ZoneTexte 26">
            <a:extLst>
              <a:ext uri="{FF2B5EF4-FFF2-40B4-BE49-F238E27FC236}">
                <a16:creationId xmlns:a16="http://schemas.microsoft.com/office/drawing/2014/main" id="{2C70DFBD-9FDB-2FAF-9DE8-680DED429B46}"/>
              </a:ext>
            </a:extLst>
          </p:cNvPr>
          <p:cNvSpPr txBox="1"/>
          <p:nvPr/>
        </p:nvSpPr>
        <p:spPr>
          <a:xfrm>
            <a:off x="1101212" y="4803339"/>
            <a:ext cx="10638504" cy="1200329"/>
          </a:xfrm>
          <a:prstGeom prst="rect">
            <a:avLst/>
          </a:prstGeom>
          <a:solidFill>
            <a:schemeClr val="tx1"/>
          </a:solidFill>
        </p:spPr>
        <p:txBody>
          <a:bodyPr wrap="square">
            <a:spAutoFit/>
          </a:bodyPr>
          <a:lstStyle/>
          <a:p>
            <a:r>
              <a:rPr lang="fr-FR" sz="1800" dirty="0">
                <a:solidFill>
                  <a:schemeClr val="bg1"/>
                </a:solidFill>
                <a:latin typeface="Lucida Console" panose="020B0609040504020204" pitchFamily="49" charset="0"/>
              </a:rPr>
              <a:t>$ git merge branch2</a:t>
            </a:r>
          </a:p>
          <a:p>
            <a:r>
              <a:rPr lang="fr-FR" sz="1800" dirty="0">
                <a:solidFill>
                  <a:schemeClr val="bg1"/>
                </a:solidFill>
                <a:latin typeface="Lucida Console" panose="020B0609040504020204" pitchFamily="49" charset="0"/>
              </a:rPr>
              <a:t>Auto-</a:t>
            </a:r>
            <a:r>
              <a:rPr lang="fr-FR" sz="1800" dirty="0" err="1">
                <a:solidFill>
                  <a:schemeClr val="bg1"/>
                </a:solidFill>
                <a:latin typeface="Lucida Console" panose="020B0609040504020204" pitchFamily="49" charset="0"/>
              </a:rPr>
              <a:t>merging</a:t>
            </a:r>
            <a:r>
              <a:rPr lang="fr-FR" sz="1800" dirty="0">
                <a:solidFill>
                  <a:schemeClr val="bg1"/>
                </a:solidFill>
                <a:latin typeface="Lucida Console" panose="020B0609040504020204" pitchFamily="49" charset="0"/>
              </a:rPr>
              <a:t> index.html</a:t>
            </a:r>
          </a:p>
          <a:p>
            <a:r>
              <a:rPr lang="en-US" sz="1800" dirty="0">
                <a:solidFill>
                  <a:schemeClr val="bg1"/>
                </a:solidFill>
                <a:latin typeface="Lucida Console" panose="020B0609040504020204" pitchFamily="49" charset="0"/>
              </a:rPr>
              <a:t>CONFLICT (add/add): Merge conflict in index.html</a:t>
            </a:r>
          </a:p>
          <a:p>
            <a:r>
              <a:rPr lang="en-US" sz="1800" dirty="0">
                <a:solidFill>
                  <a:schemeClr val="bg1"/>
                </a:solidFill>
                <a:latin typeface="Lucida Console" panose="020B0609040504020204" pitchFamily="49" charset="0"/>
              </a:rPr>
              <a:t>Automatic merge failed; fix conflicts and then commit the result.</a:t>
            </a:r>
          </a:p>
        </p:txBody>
      </p:sp>
    </p:spTree>
    <p:extLst>
      <p:ext uri="{BB962C8B-B14F-4D97-AF65-F5344CB8AC3E}">
        <p14:creationId xmlns:p14="http://schemas.microsoft.com/office/powerpoint/2010/main" val="3191502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97A4D32F-809E-787F-5547-469406039622}"/>
              </a:ext>
            </a:extLst>
          </p:cNvPr>
          <p:cNvSpPr txBox="1"/>
          <p:nvPr/>
        </p:nvSpPr>
        <p:spPr>
          <a:xfrm>
            <a:off x="570270" y="2753484"/>
            <a:ext cx="11336595" cy="1200329"/>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 de la branche courante</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reflog</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 toutes les actions (chrono. Inverse)</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a:t>
            </a:r>
            <a:r>
              <a:rPr lang="fr-FR" dirty="0">
                <a:solidFill>
                  <a:srgbClr val="00B0F0"/>
                </a:solidFill>
                <a:latin typeface="Courier New" panose="02070309020205020404" pitchFamily="49" charset="0"/>
              </a:rPr>
              <a:t>//Retour vers le passé</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blame</a:t>
            </a:r>
            <a:r>
              <a:rPr lang="fr-FR" sz="1800" b="0" i="0" dirty="0">
                <a:solidFill>
                  <a:srgbClr val="FFFFFF"/>
                </a:solidFill>
                <a:effectLst/>
                <a:latin typeface="Courier New" panose="02070309020205020404" pitchFamily="49" charset="0"/>
              </a:rPr>
              <a:t> monFichier.txt </a:t>
            </a:r>
            <a:r>
              <a:rPr lang="fr-FR" dirty="0">
                <a:solidFill>
                  <a:srgbClr val="00B0F0"/>
                </a:solidFill>
                <a:latin typeface="Courier New" panose="02070309020205020404" pitchFamily="49" charset="0"/>
              </a:rPr>
              <a:t>//Qui a fait quoi sur ce fichier</a:t>
            </a:r>
          </a:p>
        </p:txBody>
      </p:sp>
      <p:sp>
        <p:nvSpPr>
          <p:cNvPr id="15" name="Titre 1">
            <a:extLst>
              <a:ext uri="{FF2B5EF4-FFF2-40B4-BE49-F238E27FC236}">
                <a16:creationId xmlns:a16="http://schemas.microsoft.com/office/drawing/2014/main" id="{667BDBB6-1B49-ED35-BE29-06D48C5DAA5E}"/>
              </a:ext>
            </a:extLst>
          </p:cNvPr>
          <p:cNvSpPr>
            <a:spLocks noGrp="1"/>
          </p:cNvSpPr>
          <p:nvPr>
            <p:ph type="title"/>
          </p:nvPr>
        </p:nvSpPr>
        <p:spPr>
          <a:xfrm>
            <a:off x="838200" y="365125"/>
            <a:ext cx="10515600" cy="1325563"/>
          </a:xfrm>
        </p:spPr>
        <p:txBody>
          <a:bodyPr>
            <a:normAutofit/>
          </a:bodyPr>
          <a:lstStyle/>
          <a:p>
            <a:r>
              <a:rPr lang="fr-FR" sz="3600" dirty="0"/>
              <a:t>La journalisation. Quoi, quand, qui ?</a:t>
            </a:r>
          </a:p>
        </p:txBody>
      </p:sp>
    </p:spTree>
    <p:extLst>
      <p:ext uri="{BB962C8B-B14F-4D97-AF65-F5344CB8AC3E}">
        <p14:creationId xmlns:p14="http://schemas.microsoft.com/office/powerpoint/2010/main" val="27072780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Pick a commit from another branch to the current branch (cherry-pick) - DEV  Community">
            <a:extLst>
              <a:ext uri="{FF2B5EF4-FFF2-40B4-BE49-F238E27FC236}">
                <a16:creationId xmlns:a16="http://schemas.microsoft.com/office/drawing/2014/main" id="{7CF16460-A386-F31B-2A6E-9E9576D6CB85}"/>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7182" b="69512" l="3182" r="90000">
                        <a14:foregroundMark x1="3523" y1="9621" x2="61250" y2="14092"/>
                        <a14:foregroundMark x1="61250" y1="14092" x2="74545" y2="23035"/>
                        <a14:foregroundMark x1="74545" y1="23035" x2="83636" y2="37534"/>
                        <a14:foregroundMark x1="83636" y1="37534" x2="90909" y2="42818"/>
                        <a14:foregroundMark x1="90909" y1="42818" x2="94318" y2="66531"/>
                        <a14:foregroundMark x1="94318" y1="66531" x2="87614" y2="72222"/>
                        <a14:foregroundMark x1="87614" y1="72222" x2="12727" y2="66667"/>
                        <a14:foregroundMark x1="12727" y1="66667" x2="5568" y2="59079"/>
                        <a14:foregroundMark x1="5568" y1="59079" x2="3182" y2="9214"/>
                        <a14:foregroundMark x1="16477" y1="15447" x2="13295" y2="28455"/>
                        <a14:foregroundMark x1="13295" y1="28455" x2="31591" y2="22764"/>
                        <a14:foregroundMark x1="31591" y1="22764" x2="36591" y2="43089"/>
                        <a14:foregroundMark x1="36591" y1="43089" x2="44886" y2="48238"/>
                        <a14:foregroundMark x1="44886" y1="48238" x2="65455" y2="41463"/>
                        <a14:foregroundMark x1="65455" y1="41463" x2="72386" y2="55149"/>
                        <a14:foregroundMark x1="72386" y1="55149" x2="81364" y2="59892"/>
                        <a14:foregroundMark x1="81364" y1="59892" x2="76250" y2="69512"/>
                        <a14:foregroundMark x1="59205" y1="56233" x2="47500" y2="57317"/>
                        <a14:foregroundMark x1="47500" y1="57317" x2="54886" y2="53252"/>
                        <a14:foregroundMark x1="54886" y1="53252" x2="59091" y2="42818"/>
                        <a14:foregroundMark x1="59091" y1="42818" x2="51477" y2="55962"/>
                        <a14:foregroundMark x1="51477" y1="55962" x2="70114" y2="62602"/>
                        <a14:foregroundMark x1="28977" y1="56098" x2="46705" y2="57995"/>
                        <a14:foregroundMark x1="56705" y1="38076" x2="56705" y2="38076"/>
                        <a14:foregroundMark x1="61705" y1="44444" x2="70000" y2="47425"/>
                        <a14:foregroundMark x1="70000" y1="47425" x2="76591" y2="46612"/>
                        <a14:foregroundMark x1="63636" y1="21003" x2="5682" y2="21816"/>
                        <a14:foregroundMark x1="55682" y1="34282" x2="55682" y2="34282"/>
                        <a14:foregroundMark x1="63295" y1="47832" x2="63295" y2="47832"/>
                        <a14:foregroundMark x1="64432" y1="48509" x2="64432" y2="48509"/>
                        <a14:foregroundMark x1="77727" y1="43089" x2="80114" y2="43496"/>
                      </a14:backgroundRemoval>
                    </a14:imgEffect>
                  </a14:imgLayer>
                </a14:imgProps>
              </a:ext>
              <a:ext uri="{28A0092B-C50C-407E-A947-70E740481C1C}">
                <a14:useLocalDpi xmlns:a14="http://schemas.microsoft.com/office/drawing/2010/main" val="0"/>
              </a:ext>
            </a:extLst>
          </a:blip>
          <a:srcRect b="27328"/>
          <a:stretch/>
        </p:blipFill>
        <p:spPr bwMode="auto">
          <a:xfrm>
            <a:off x="2374724" y="1799303"/>
            <a:ext cx="6904521" cy="4208207"/>
          </a:xfrm>
          <a:prstGeom prst="rect">
            <a:avLst/>
          </a:prstGeom>
          <a:noFill/>
          <a:extLst>
            <a:ext uri="{909E8E84-426E-40DD-AFC4-6F175D3DCCD1}">
              <a14:hiddenFill xmlns:a14="http://schemas.microsoft.com/office/drawing/2010/main">
                <a:solidFill>
                  <a:srgbClr val="FFFFFF"/>
                </a:solidFill>
              </a14:hiddenFill>
            </a:ext>
          </a:extLst>
        </p:spPr>
      </p:pic>
      <p:sp>
        <p:nvSpPr>
          <p:cNvPr id="12" name="ZoneTexte 11">
            <a:extLst>
              <a:ext uri="{FF2B5EF4-FFF2-40B4-BE49-F238E27FC236}">
                <a16:creationId xmlns:a16="http://schemas.microsoft.com/office/drawing/2014/main" id="{69357739-6D16-6506-8966-9E005B35E030}"/>
              </a:ext>
            </a:extLst>
          </p:cNvPr>
          <p:cNvSpPr txBox="1"/>
          <p:nvPr/>
        </p:nvSpPr>
        <p:spPr>
          <a:xfrm>
            <a:off x="835742" y="1932490"/>
            <a:ext cx="11061290" cy="369332"/>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cherry-</a:t>
            </a:r>
            <a:r>
              <a:rPr lang="fr-FR" sz="1800" b="0" i="0" dirty="0" err="1">
                <a:solidFill>
                  <a:srgbClr val="FFFFFF"/>
                </a:solidFill>
                <a:effectLst/>
                <a:latin typeface="Courier New" panose="02070309020205020404" pitchFamily="49" charset="0"/>
              </a:rPr>
              <a:t>pick</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8g6e4c2a </a:t>
            </a:r>
            <a:r>
              <a:rPr lang="fr-FR" sz="1800" b="0" i="0" dirty="0">
                <a:solidFill>
                  <a:srgbClr val="00B0F0"/>
                </a:solidFill>
                <a:effectLst/>
                <a:latin typeface="Courier New" panose="02070309020205020404" pitchFamily="49" charset="0"/>
              </a:rPr>
              <a:t>//Récupération d’un ou plusieurs commit</a:t>
            </a:r>
            <a:endParaRPr lang="fr-FR" dirty="0">
              <a:solidFill>
                <a:srgbClr val="00B0F0"/>
              </a:solidFill>
              <a:latin typeface="Courier New" panose="02070309020205020404" pitchFamily="49" charset="0"/>
            </a:endParaRPr>
          </a:p>
        </p:txBody>
      </p:sp>
      <p:sp>
        <p:nvSpPr>
          <p:cNvPr id="4" name="Titre 3">
            <a:extLst>
              <a:ext uri="{FF2B5EF4-FFF2-40B4-BE49-F238E27FC236}">
                <a16:creationId xmlns:a16="http://schemas.microsoft.com/office/drawing/2014/main" id="{1EC7972A-7F2D-A47A-BE44-087B3F4D653D}"/>
              </a:ext>
            </a:extLst>
          </p:cNvPr>
          <p:cNvSpPr>
            <a:spLocks noGrp="1"/>
          </p:cNvSpPr>
          <p:nvPr>
            <p:ph type="title"/>
          </p:nvPr>
        </p:nvSpPr>
        <p:spPr/>
        <p:txBody>
          <a:bodyPr/>
          <a:lstStyle/>
          <a:p>
            <a:r>
              <a:rPr lang="fr-FR" sz="4400" dirty="0"/>
              <a:t>Le cherry-</a:t>
            </a:r>
            <a:r>
              <a:rPr lang="fr-FR" sz="4400" dirty="0" err="1"/>
              <a:t>pick</a:t>
            </a:r>
            <a:r>
              <a:rPr lang="fr-FR" sz="4400" dirty="0"/>
              <a:t>, à utiliser à bon escient</a:t>
            </a:r>
            <a:endParaRPr lang="fr-FR" dirty="0"/>
          </a:p>
        </p:txBody>
      </p:sp>
    </p:spTree>
    <p:extLst>
      <p:ext uri="{BB962C8B-B14F-4D97-AF65-F5344CB8AC3E}">
        <p14:creationId xmlns:p14="http://schemas.microsoft.com/office/powerpoint/2010/main" val="12836457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699474"/>
          </a:xfrm>
          <a:prstGeom prst="rect">
            <a:avLst/>
          </a:prstGeom>
          <a:noFill/>
        </p:spPr>
        <p:txBody>
          <a:bodyPr wrap="square">
            <a:spAutoFit/>
          </a:bodyPr>
          <a:lstStyle/>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reflog</a:t>
            </a:r>
            <a:r>
              <a:rPr lang="fr-FR" sz="2000" b="0" i="1" dirty="0">
                <a:solidFill>
                  <a:srgbClr val="271A38"/>
                </a:solidFill>
                <a:effectLst/>
                <a:latin typeface="Inter"/>
              </a:rPr>
              <a:t> </a:t>
            </a:r>
            <a:r>
              <a:rPr lang="fr-FR" sz="2000" b="0" i="0" dirty="0">
                <a:solidFill>
                  <a:srgbClr val="271A38"/>
                </a:solidFill>
                <a:effectLst/>
                <a:latin typeface="Inter"/>
              </a:rPr>
              <a:t>est identique à </a:t>
            </a:r>
            <a:r>
              <a:rPr lang="fr-FR" sz="2000" b="0" i="1" dirty="0">
                <a:solidFill>
                  <a:srgbClr val="271A38"/>
                </a:solidFill>
                <a:effectLst/>
                <a:latin typeface="Inter"/>
              </a:rPr>
              <a:t>git log</a:t>
            </a:r>
            <a:r>
              <a:rPr lang="fr-FR" sz="2000" b="0" i="0" dirty="0">
                <a:solidFill>
                  <a:srgbClr val="271A38"/>
                </a:solidFill>
                <a:effectLst/>
                <a:latin typeface="Inter"/>
              </a:rPr>
              <a:t>. Cette commande affiche également toutes les actions réalisées en local.</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checkout</a:t>
            </a:r>
            <a:r>
              <a:rPr lang="fr-FR" sz="2000" b="0" i="1" dirty="0">
                <a:solidFill>
                  <a:srgbClr val="271A38"/>
                </a:solidFill>
                <a:effectLst/>
                <a:latin typeface="Inter"/>
              </a:rPr>
              <a:t> un_identifiant_SHA-1</a:t>
            </a:r>
            <a:r>
              <a:rPr lang="fr-FR" sz="2000" b="0" i="0" dirty="0">
                <a:solidFill>
                  <a:srgbClr val="271A38"/>
                </a:solidFill>
                <a:effectLst/>
                <a:latin typeface="Inter"/>
              </a:rPr>
              <a:t> permet de revenir à une action donnée.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blame</a:t>
            </a:r>
            <a:r>
              <a:rPr lang="fr-FR" sz="2000" b="0" i="1" dirty="0">
                <a:solidFill>
                  <a:srgbClr val="271A38"/>
                </a:solidFill>
                <a:effectLst/>
                <a:latin typeface="Inter"/>
              </a:rPr>
              <a:t> </a:t>
            </a:r>
            <a:r>
              <a:rPr lang="fr-FR" sz="2000" b="0" i="0" dirty="0">
                <a:solidFill>
                  <a:srgbClr val="271A38"/>
                </a:solidFill>
                <a:effectLst/>
                <a:latin typeface="Inter"/>
              </a:rPr>
              <a:t>permet de savoir qui a réalisé telle modification dans un fichier, à quelle date, ligne par ligne.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cherry-</a:t>
            </a:r>
            <a:r>
              <a:rPr lang="fr-FR" sz="2000" b="0" i="1" dirty="0" err="1">
                <a:solidFill>
                  <a:srgbClr val="271A38"/>
                </a:solidFill>
                <a:effectLst/>
                <a:latin typeface="Inter"/>
              </a:rPr>
              <a:t>pick</a:t>
            </a:r>
            <a:r>
              <a:rPr lang="fr-FR" sz="2000" b="0" i="1" dirty="0">
                <a:solidFill>
                  <a:srgbClr val="271A38"/>
                </a:solidFill>
                <a:effectLst/>
                <a:latin typeface="Inter"/>
              </a:rPr>
              <a:t> un_identifiant_SHA-1 un_autre_identifiant_SHA-1 </a:t>
            </a:r>
            <a:r>
              <a:rPr lang="fr-FR" sz="2000" b="0" i="0" dirty="0">
                <a:solidFill>
                  <a:srgbClr val="271A38"/>
                </a:solidFill>
                <a:effectLst/>
                <a:latin typeface="Inter"/>
              </a:rPr>
              <a:t>permet de sélectionner un commit et de l'appliquer sur la branche actuelle. </a:t>
            </a:r>
          </a:p>
        </p:txBody>
      </p:sp>
    </p:spTree>
    <p:extLst>
      <p:ext uri="{BB962C8B-B14F-4D97-AF65-F5344CB8AC3E}">
        <p14:creationId xmlns:p14="http://schemas.microsoft.com/office/powerpoint/2010/main" val="23101538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364748F1-7680-5E39-D6CE-873C3072D5C4}"/>
              </a:ext>
            </a:extLst>
          </p:cNvPr>
          <p:cNvPicPr>
            <a:picLocks noChangeAspect="1"/>
          </p:cNvPicPr>
          <p:nvPr/>
        </p:nvPicPr>
        <p:blipFill>
          <a:blip r:embed="rId2"/>
          <a:stretch>
            <a:fillRect/>
          </a:stretch>
        </p:blipFill>
        <p:spPr>
          <a:xfrm>
            <a:off x="1506583" y="121921"/>
            <a:ext cx="9303677" cy="6605451"/>
          </a:xfrm>
          <a:prstGeom prst="rect">
            <a:avLst/>
          </a:prstGeom>
        </p:spPr>
      </p:pic>
    </p:spTree>
    <p:extLst>
      <p:ext uri="{BB962C8B-B14F-4D97-AF65-F5344CB8AC3E}">
        <p14:creationId xmlns:p14="http://schemas.microsoft.com/office/powerpoint/2010/main" val="394453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q"/>
            </a:pPr>
            <a:r>
              <a:rPr lang="fr-FR" b="0" i="0" dirty="0">
                <a:solidFill>
                  <a:srgbClr val="271A38"/>
                </a:solidFill>
                <a:effectLst/>
                <a:latin typeface="Inter"/>
              </a:rPr>
              <a:t>Working directory</a:t>
            </a:r>
          </a:p>
          <a:p>
            <a:pPr marL="285750" indent="-285750" algn="l">
              <a:buFont typeface="Wingdings" panose="05000000000000000000" pitchFamily="2" charset="2"/>
              <a:buChar char="q"/>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dirty="0">
                <a:solidFill>
                  <a:srgbClr val="271A38"/>
                </a:solidFill>
                <a:effectLst/>
                <a:latin typeface="Inter"/>
              </a:rPr>
              <a:t>Repository</a:t>
            </a:r>
          </a:p>
          <a:p>
            <a:pPr marL="285750" indent="-285750" algn="l">
              <a:buFont typeface="Wingdings" panose="05000000000000000000" pitchFamily="2" charset="2"/>
              <a:buChar char="q"/>
            </a:pPr>
            <a:r>
              <a:rPr lang="fr-FR" b="0" i="0" dirty="0">
                <a:solidFill>
                  <a:srgbClr val="271A38"/>
                </a:solidFill>
                <a:effectLst/>
                <a:latin typeface="Inter"/>
              </a:rPr>
              <a:t>Index</a:t>
            </a:r>
          </a:p>
        </p:txBody>
      </p:sp>
    </p:spTree>
    <p:extLst>
      <p:ext uri="{BB962C8B-B14F-4D97-AF65-F5344CB8AC3E}">
        <p14:creationId xmlns:p14="http://schemas.microsoft.com/office/powerpoint/2010/main" val="2689269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ü"/>
            </a:pPr>
            <a:r>
              <a:rPr lang="fr-FR" b="0" i="0" dirty="0">
                <a:solidFill>
                  <a:srgbClr val="271A38"/>
                </a:solidFill>
                <a:effectLst/>
                <a:latin typeface="Inter"/>
              </a:rPr>
              <a:t>Working directory</a:t>
            </a:r>
          </a:p>
          <a:p>
            <a:pPr marL="285750" indent="-285750" algn="l">
              <a:buFont typeface="Wingdings" panose="05000000000000000000" pitchFamily="2" charset="2"/>
              <a:buChar char="ü"/>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strike="sngStrike" dirty="0">
                <a:solidFill>
                  <a:srgbClr val="271A38"/>
                </a:solidFill>
                <a:effectLst/>
                <a:latin typeface="Inter"/>
              </a:rPr>
              <a:t>Repository</a:t>
            </a:r>
          </a:p>
          <a:p>
            <a:pPr marL="285750" indent="-285750" algn="l">
              <a:buFont typeface="Wingdings" panose="05000000000000000000" pitchFamily="2" charset="2"/>
              <a:buChar char="ü"/>
            </a:pPr>
            <a:r>
              <a:rPr lang="fr-FR" b="0" i="0" dirty="0">
                <a:solidFill>
                  <a:srgbClr val="271A38"/>
                </a:solidFill>
                <a:effectLst/>
                <a:latin typeface="Inter"/>
              </a:rPr>
              <a:t>Index</a:t>
            </a:r>
          </a:p>
        </p:txBody>
      </p:sp>
    </p:spTree>
    <p:extLst>
      <p:ext uri="{BB962C8B-B14F-4D97-AF65-F5344CB8AC3E}">
        <p14:creationId xmlns:p14="http://schemas.microsoft.com/office/powerpoint/2010/main" val="27842326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7" name="ZoneTexte 6">
            <a:extLst>
              <a:ext uri="{FF2B5EF4-FFF2-40B4-BE49-F238E27FC236}">
                <a16:creationId xmlns:a16="http://schemas.microsoft.com/office/drawing/2014/main" id="{5CD34477-4E20-8564-A83A-3B50443D1A70}"/>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37249562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E1BD372-EDEC-4830-9F41-749FCF024D8F}"/>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2273308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17B887F-4F97-DE38-64D0-2FC9D0D3CA16}"/>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17773279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39C0BF5-6A1F-B40F-445F-3B826A7CE329}"/>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23497854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539C31E-9D97-0164-2CFA-AF82E454872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checkout</a:t>
            </a:r>
            <a:r>
              <a:rPr lang="fr-FR" dirty="0"/>
              <a:t> </a:t>
            </a:r>
            <a:r>
              <a:rPr lang="fr-FR" dirty="0" err="1"/>
              <a:t>branch</a:t>
            </a:r>
            <a:endParaRPr lang="fr-FR"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dirty="0"/>
              <a:t>git </a:t>
            </a:r>
            <a:r>
              <a:rPr lang="fr-FR" dirty="0" err="1"/>
              <a:t>checkout</a:t>
            </a:r>
            <a:r>
              <a:rPr lang="fr-FR" dirty="0"/>
              <a:t> Branch1</a:t>
            </a:r>
          </a:p>
          <a:p>
            <a:pPr lvl="1"/>
            <a:r>
              <a:rPr lang="fr-FR" dirty="0"/>
              <a:t>git </a:t>
            </a:r>
            <a:r>
              <a:rPr lang="fr-FR" dirty="0" err="1"/>
              <a:t>checkout</a:t>
            </a:r>
            <a:r>
              <a:rPr lang="fr-FR" dirty="0"/>
              <a:t> Branch2</a:t>
            </a:r>
          </a:p>
          <a:p>
            <a:pPr lvl="1"/>
            <a:r>
              <a:rPr lang="fr-FR" dirty="0"/>
              <a:t>git </a:t>
            </a:r>
            <a:r>
              <a:rPr lang="fr-FR" dirty="0" err="1"/>
              <a:t>checkout</a:t>
            </a:r>
            <a:r>
              <a:rPr lang="fr-FR" dirty="0"/>
              <a:t> Branch3</a:t>
            </a:r>
          </a:p>
          <a:p>
            <a:pPr lvl="1"/>
            <a:r>
              <a:rPr lang="fr-FR" dirty="0"/>
              <a:t>git </a:t>
            </a:r>
            <a:r>
              <a:rPr lang="fr-FR" dirty="0" err="1"/>
              <a:t>branch</a:t>
            </a:r>
            <a:endParaRPr lang="fr-FR" dirty="0"/>
          </a:p>
        </p:txBody>
      </p:sp>
      <p:sp>
        <p:nvSpPr>
          <p:cNvPr id="6" name="Ellipse 5">
            <a:extLst>
              <a:ext uri="{FF2B5EF4-FFF2-40B4-BE49-F238E27FC236}">
                <a16:creationId xmlns:a16="http://schemas.microsoft.com/office/drawing/2014/main" id="{E0C6067A-8D5C-D3B5-1C1D-E468736D8F20}"/>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88BB1EA-DA62-42FC-ECDA-A2A2F39F352A}"/>
              </a:ext>
            </a:extLst>
          </p:cNvPr>
          <p:cNvSpPr/>
          <p:nvPr/>
        </p:nvSpPr>
        <p:spPr>
          <a:xfrm>
            <a:off x="644435" y="4262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CCB435DF-144F-1E10-FA8C-26C6E6A50F78}"/>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7324447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9165076B-2AD0-68B7-0EBF-57165B9D728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checkout</a:t>
            </a:r>
            <a:r>
              <a:rPr lang="fr-FR" strike="sngStrike" dirty="0"/>
              <a:t> </a:t>
            </a:r>
            <a:r>
              <a:rPr lang="fr-FR" strike="sngStrike" dirty="0" err="1"/>
              <a:t>branch</a:t>
            </a:r>
            <a:endParaRPr lang="fr-FR" strike="sngStrike"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strike="sngStrike" dirty="0"/>
              <a:t>git </a:t>
            </a:r>
            <a:r>
              <a:rPr lang="fr-FR" strike="sngStrike" dirty="0" err="1"/>
              <a:t>checkout</a:t>
            </a:r>
            <a:r>
              <a:rPr lang="fr-FR" strike="sngStrike" dirty="0"/>
              <a:t> Branch1</a:t>
            </a:r>
          </a:p>
          <a:p>
            <a:pPr lvl="1"/>
            <a:r>
              <a:rPr lang="fr-FR" strike="sngStrike" dirty="0"/>
              <a:t>git </a:t>
            </a:r>
            <a:r>
              <a:rPr lang="fr-FR" strike="sngStrike" dirty="0" err="1"/>
              <a:t>checkout</a:t>
            </a:r>
            <a:r>
              <a:rPr lang="fr-FR" strike="sngStrike" dirty="0"/>
              <a:t> Branch2</a:t>
            </a:r>
          </a:p>
          <a:p>
            <a:pPr lvl="1"/>
            <a:r>
              <a:rPr lang="fr-FR" strike="sngStrike" dirty="0"/>
              <a:t>git </a:t>
            </a:r>
            <a:r>
              <a:rPr lang="fr-FR" strike="sngStrike" dirty="0" err="1"/>
              <a:t>checkout</a:t>
            </a:r>
            <a:r>
              <a:rPr lang="fr-FR" strike="sngStrike" dirty="0"/>
              <a:t> Branch3</a:t>
            </a:r>
          </a:p>
          <a:p>
            <a:pPr lvl="1"/>
            <a:r>
              <a:rPr lang="fr-FR" strike="sngStrike" dirty="0"/>
              <a:t>git </a:t>
            </a:r>
            <a:r>
              <a:rPr lang="fr-FR" strike="sngStrike" dirty="0" err="1"/>
              <a:t>branch</a:t>
            </a:r>
            <a:endParaRPr lang="fr-FR" strike="sngStrike" dirty="0"/>
          </a:p>
        </p:txBody>
      </p:sp>
      <p:sp>
        <p:nvSpPr>
          <p:cNvPr id="5" name="Ellipse 4">
            <a:extLst>
              <a:ext uri="{FF2B5EF4-FFF2-40B4-BE49-F238E27FC236}">
                <a16:creationId xmlns:a16="http://schemas.microsoft.com/office/drawing/2014/main" id="{5BBB43E6-17A1-2D03-79F1-3306FF16AF91}"/>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65EA8DC3-F87B-EDFC-498B-3DC82B973E1C}"/>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9" name="Graphique 8" descr="Coche">
            <a:extLst>
              <a:ext uri="{FF2B5EF4-FFF2-40B4-BE49-F238E27FC236}">
                <a16:creationId xmlns:a16="http://schemas.microsoft.com/office/drawing/2014/main" id="{A3FAB44A-AED3-2C5D-F631-86625B167D6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2035" y="4108267"/>
            <a:ext cx="439783" cy="439783"/>
          </a:xfrm>
          <a:prstGeom prst="rect">
            <a:avLst/>
          </a:prstGeom>
        </p:spPr>
      </p:pic>
    </p:spTree>
    <p:extLst>
      <p:ext uri="{BB962C8B-B14F-4D97-AF65-F5344CB8AC3E}">
        <p14:creationId xmlns:p14="http://schemas.microsoft.com/office/powerpoint/2010/main" val="23011103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A35E004F-A784-20CD-0FC6-62181A64B7D8}"/>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master    	       				git </a:t>
            </a:r>
            <a:r>
              <a:rPr lang="fr-FR" dirty="0" err="1"/>
              <a:t>branch</a:t>
            </a:r>
            <a:endParaRPr lang="fr-FR" dirty="0"/>
          </a:p>
          <a:p>
            <a:pPr lvl="1"/>
            <a:r>
              <a:rPr lang="fr-FR" dirty="0"/>
              <a:t>Branch1    	       				Branch1</a:t>
            </a:r>
          </a:p>
          <a:p>
            <a:pPr lvl="1"/>
            <a:r>
              <a:rPr lang="fr-FR" dirty="0"/>
              <a:t>*Branch2    	   				*Branch2</a:t>
            </a:r>
          </a:p>
          <a:p>
            <a:pPr lvl="1"/>
            <a:r>
              <a:rPr lang="fr-FR" dirty="0"/>
              <a:t>Branch3    	       				Branch3</a:t>
            </a:r>
          </a:p>
          <a:p>
            <a:pPr lvl="1"/>
            <a:r>
              <a:rPr lang="fr-FR" dirty="0"/>
              <a:t>    	       </a:t>
            </a:r>
          </a:p>
          <a:p>
            <a:pPr lvl="1"/>
            <a:r>
              <a:rPr lang="fr-FR" dirty="0"/>
              <a:t>git </a:t>
            </a:r>
            <a:r>
              <a:rPr lang="fr-FR" dirty="0" err="1"/>
              <a:t>checkout</a:t>
            </a:r>
            <a:r>
              <a:rPr lang="fr-FR" dirty="0"/>
              <a:t>    					git </a:t>
            </a:r>
            <a:r>
              <a:rPr lang="fr-FR" dirty="0" err="1"/>
              <a:t>checkout</a:t>
            </a:r>
            <a:endParaRPr lang="fr-FR" dirty="0"/>
          </a:p>
          <a:p>
            <a:pPr lvl="1"/>
            <a:r>
              <a:rPr lang="fr-FR" dirty="0"/>
              <a:t>master    	        				Branch1</a:t>
            </a:r>
          </a:p>
          <a:p>
            <a:pPr lvl="1"/>
            <a:r>
              <a:rPr lang="fr-FR" dirty="0"/>
              <a:t>Branch1    	        				*Branch2</a:t>
            </a:r>
          </a:p>
          <a:p>
            <a:pPr lvl="1"/>
            <a:r>
              <a:rPr lang="fr-FR" dirty="0"/>
              <a:t>*Branch2    	    				Branch3</a:t>
            </a:r>
          </a:p>
          <a:p>
            <a:pPr lvl="1"/>
            <a:r>
              <a:rPr lang="fr-FR" dirty="0"/>
              <a:t>Branch3    	 </a:t>
            </a:r>
          </a:p>
        </p:txBody>
      </p:sp>
      <p:sp>
        <p:nvSpPr>
          <p:cNvPr id="6" name="Ellipse 5">
            <a:extLst>
              <a:ext uri="{FF2B5EF4-FFF2-40B4-BE49-F238E27FC236}">
                <a16:creationId xmlns:a16="http://schemas.microsoft.com/office/drawing/2014/main" id="{5FDA81BD-6D10-A346-B6E7-A0976975F1B0}"/>
              </a:ext>
            </a:extLst>
          </p:cNvPr>
          <p:cNvSpPr/>
          <p:nvPr/>
        </p:nvSpPr>
        <p:spPr>
          <a:xfrm>
            <a:off x="1027613" y="2673530"/>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B7E52D29-ECA4-48B0-A8B9-FEC7F2D9FCED}"/>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769BF516-2E54-A060-CAC5-94EFB2A51244}"/>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9030A493-0FAB-76FB-3BAB-002BDF6283FF}"/>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407837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CE67F81-B494-3C26-8CF4-7F8EEE1CE9A1}"/>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main    	       				</a:t>
            </a:r>
            <a:r>
              <a:rPr lang="fr-FR" strike="sngStrike" dirty="0"/>
              <a:t>git </a:t>
            </a:r>
            <a:r>
              <a:rPr lang="fr-FR" strike="sngStrike" dirty="0" err="1"/>
              <a:t>branch</a:t>
            </a:r>
            <a:endParaRPr lang="fr-FR" strike="sngStrike" dirty="0"/>
          </a:p>
          <a:p>
            <a:pPr lvl="1"/>
            <a:r>
              <a:rPr lang="fr-FR" dirty="0"/>
              <a:t>Branch1    	       				</a:t>
            </a:r>
            <a:r>
              <a:rPr lang="fr-FR" strike="sngStrike" dirty="0"/>
              <a:t>Branch1</a:t>
            </a:r>
          </a:p>
          <a:p>
            <a:pPr lvl="1"/>
            <a:r>
              <a:rPr lang="fr-FR" dirty="0"/>
              <a:t>*Branch2    	   				</a:t>
            </a:r>
            <a:r>
              <a:rPr lang="fr-FR" strike="sngStrike" dirty="0"/>
              <a:t>*Branch2</a:t>
            </a:r>
          </a:p>
          <a:p>
            <a:pPr lvl="1"/>
            <a:r>
              <a:rPr lang="fr-FR" dirty="0"/>
              <a:t>Branch3    	       				</a:t>
            </a:r>
            <a:r>
              <a:rPr lang="fr-FR" strike="sngStrike" dirty="0"/>
              <a:t>Branch3</a:t>
            </a:r>
          </a:p>
          <a:p>
            <a:pPr lvl="1"/>
            <a:r>
              <a:rPr lang="fr-FR" dirty="0"/>
              <a:t>    	       </a:t>
            </a:r>
          </a:p>
          <a:p>
            <a:pPr lvl="1"/>
            <a:r>
              <a:rPr lang="fr-FR" strike="sngStrike" dirty="0"/>
              <a:t>git </a:t>
            </a:r>
            <a:r>
              <a:rPr lang="fr-FR" dirty="0" err="1"/>
              <a:t>checkout</a:t>
            </a:r>
            <a:r>
              <a:rPr lang="fr-FR" dirty="0"/>
              <a:t>    					</a:t>
            </a:r>
            <a:r>
              <a:rPr lang="fr-FR" strike="sngStrike" dirty="0"/>
              <a:t>git </a:t>
            </a:r>
            <a:r>
              <a:rPr lang="fr-FR" strike="sngStrike" dirty="0" err="1"/>
              <a:t>checkout</a:t>
            </a:r>
            <a:endParaRPr lang="fr-FR" strike="sngStrike" dirty="0"/>
          </a:p>
          <a:p>
            <a:pPr lvl="1"/>
            <a:r>
              <a:rPr lang="fr-FR" dirty="0"/>
              <a:t>main    	        				</a:t>
            </a:r>
            <a:r>
              <a:rPr lang="fr-FR" strike="sngStrike" dirty="0"/>
              <a:t>Branch1</a:t>
            </a:r>
          </a:p>
          <a:p>
            <a:pPr lvl="1"/>
            <a:r>
              <a:rPr lang="fr-FR" dirty="0"/>
              <a:t>Branch1    	        				</a:t>
            </a:r>
            <a:r>
              <a:rPr lang="fr-FR" strike="sngStrike" dirty="0"/>
              <a:t>*Branch2</a:t>
            </a:r>
          </a:p>
          <a:p>
            <a:pPr lvl="1"/>
            <a:r>
              <a:rPr lang="fr-FR" strike="sngStrike" dirty="0"/>
              <a:t>*Branch2</a:t>
            </a:r>
            <a:r>
              <a:rPr lang="fr-FR" dirty="0"/>
              <a:t>    	    				</a:t>
            </a:r>
            <a:r>
              <a:rPr lang="fr-FR" strike="sngStrike" dirty="0"/>
              <a:t>Branch3</a:t>
            </a:r>
          </a:p>
          <a:p>
            <a:pPr lvl="1"/>
            <a:r>
              <a:rPr lang="fr-FR" strike="sngStrike" dirty="0"/>
              <a:t>Branch3</a:t>
            </a:r>
            <a:r>
              <a:rPr lang="fr-FR" dirty="0"/>
              <a:t>    	 </a:t>
            </a:r>
          </a:p>
        </p:txBody>
      </p:sp>
      <p:sp>
        <p:nvSpPr>
          <p:cNvPr id="5" name="Ellipse 4">
            <a:extLst>
              <a:ext uri="{FF2B5EF4-FFF2-40B4-BE49-F238E27FC236}">
                <a16:creationId xmlns:a16="http://schemas.microsoft.com/office/drawing/2014/main" id="{F69C4C48-8184-F226-1B65-9CEF7C8738E1}"/>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F6AE6573-CA90-721A-984C-00DA489CD6B2}"/>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C900C57E-0E73-5670-51C2-688BF4965DED}"/>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FBA4A771-169F-BF78-FC9C-C4A02B028A4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5544" y="2514598"/>
            <a:ext cx="439783" cy="439783"/>
          </a:xfrm>
          <a:prstGeom prst="rect">
            <a:avLst/>
          </a:prstGeom>
        </p:spPr>
      </p:pic>
    </p:spTree>
    <p:extLst>
      <p:ext uri="{BB962C8B-B14F-4D97-AF65-F5344CB8AC3E}">
        <p14:creationId xmlns:p14="http://schemas.microsoft.com/office/powerpoint/2010/main" val="5766508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D63D313F-33F5-03CD-23FE-596CB716FD90}"/>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dirty="0"/>
              <a:t>git commit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-n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commit</a:t>
            </a:r>
          </a:p>
        </p:txBody>
      </p:sp>
    </p:spTree>
    <p:extLst>
      <p:ext uri="{BB962C8B-B14F-4D97-AF65-F5344CB8AC3E}">
        <p14:creationId xmlns:p14="http://schemas.microsoft.com/office/powerpoint/2010/main" val="138587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E88C5F2-21BC-8C51-91B8-96616D212A54}"/>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strike="sngStrike" dirty="0"/>
              <a:t>git commit "Je suis le roi du commit"</a:t>
            </a:r>
          </a:p>
          <a:p>
            <a:pPr marL="742950" lvl="1" indent="-285750">
              <a:buFont typeface="Courier New" panose="02070309020205020404" pitchFamily="49" charset="0"/>
              <a:buChar char="o"/>
            </a:pPr>
            <a:endParaRPr lang="fr-FR" dirty="0"/>
          </a:p>
          <a:p>
            <a:pPr marL="742950" lvl="1" indent="-285750">
              <a:buFont typeface="Wingdings" panose="05000000000000000000" pitchFamily="2" charset="2"/>
              <a:buChar char="ü"/>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strike="sngStrike" dirty="0"/>
              <a:t>git commit -m -n “Je suis le roi du commit”</a:t>
            </a:r>
          </a:p>
          <a:p>
            <a:pPr lvl="1"/>
            <a:endParaRPr lang="fr-FR" strike="sngStrike" dirty="0"/>
          </a:p>
          <a:p>
            <a:pPr marL="742950" lvl="1" indent="-285750">
              <a:buFont typeface="Courier New" panose="02070309020205020404" pitchFamily="49" charset="0"/>
              <a:buChar char="o"/>
            </a:pPr>
            <a:r>
              <a:rPr lang="fr-FR" strike="sngStrike" dirty="0"/>
              <a:t>commit</a:t>
            </a:r>
          </a:p>
        </p:txBody>
      </p:sp>
    </p:spTree>
    <p:extLst>
      <p:ext uri="{BB962C8B-B14F-4D97-AF65-F5344CB8AC3E}">
        <p14:creationId xmlns:p14="http://schemas.microsoft.com/office/powerpoint/2010/main" val="40672445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FD7EC98-19D9-8AE6-4F59-E7410C449799}"/>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dirty="0"/>
              <a:t>git </a:t>
            </a:r>
            <a:r>
              <a:rPr lang="fr-FR" dirty="0" err="1"/>
              <a:t>add</a:t>
            </a:r>
            <a:r>
              <a:rPr lang="fr-FR" dirty="0"/>
              <a:t> fichier.html</a:t>
            </a:r>
          </a:p>
          <a:p>
            <a:pPr lvl="1"/>
            <a:r>
              <a:rPr lang="fr-FR" dirty="0"/>
              <a:t>git push </a:t>
            </a:r>
            <a:r>
              <a:rPr lang="fr-FR" dirty="0" err="1"/>
              <a:t>origin</a:t>
            </a:r>
            <a:r>
              <a:rPr lang="fr-FR" dirty="0"/>
              <a:t> main</a:t>
            </a:r>
          </a:p>
          <a:p>
            <a:pPr lvl="1"/>
            <a:r>
              <a:rPr lang="fr-FR" dirty="0"/>
              <a:t>git commit -m “message”</a:t>
            </a:r>
          </a:p>
          <a:p>
            <a:pPr lvl="1"/>
            <a:endParaRPr lang="fr-FR" dirty="0"/>
          </a:p>
          <a:p>
            <a:pPr lvl="1"/>
            <a:r>
              <a:rPr lang="fr-FR" dirty="0"/>
              <a:t>git push </a:t>
            </a:r>
            <a:r>
              <a:rPr lang="fr-FR" dirty="0" err="1"/>
              <a:t>origin</a:t>
            </a:r>
            <a:r>
              <a:rPr lang="fr-FR" dirty="0"/>
              <a:t> main</a:t>
            </a:r>
          </a:p>
          <a:p>
            <a:pPr lvl="1"/>
            <a:r>
              <a:rPr lang="fr-FR" dirty="0"/>
              <a:t>git </a:t>
            </a:r>
            <a:r>
              <a:rPr lang="fr-FR" dirty="0" err="1"/>
              <a:t>add</a:t>
            </a:r>
            <a:r>
              <a:rPr lang="fr-FR" dirty="0"/>
              <a:t> fichier.html</a:t>
            </a:r>
          </a:p>
          <a:p>
            <a:pPr lvl="1"/>
            <a:r>
              <a:rPr lang="fr-FR" dirty="0"/>
              <a:t>git commit -m “message”</a:t>
            </a:r>
          </a:p>
          <a:p>
            <a:pPr lvl="1"/>
            <a:endParaRPr lang="fr-FR" dirty="0"/>
          </a:p>
          <a:p>
            <a:pPr lvl="1"/>
            <a:r>
              <a:rPr lang="fr-FR" dirty="0"/>
              <a:t>git commit -m “message”</a:t>
            </a:r>
          </a:p>
          <a:p>
            <a:pPr lvl="1"/>
            <a:r>
              <a:rPr lang="fr-FR" dirty="0"/>
              <a:t>git </a:t>
            </a:r>
            <a:r>
              <a:rPr lang="fr-FR" dirty="0" err="1"/>
              <a:t>add</a:t>
            </a:r>
            <a:r>
              <a:rPr lang="fr-FR" dirty="0"/>
              <a:t> fichier.html</a:t>
            </a:r>
          </a:p>
          <a:p>
            <a:pPr lvl="1"/>
            <a:r>
              <a:rPr lang="fr-FR" dirty="0"/>
              <a:t>git push </a:t>
            </a:r>
            <a:r>
              <a:rPr lang="fr-FR" dirty="0" err="1"/>
              <a:t>origin</a:t>
            </a:r>
            <a:r>
              <a:rPr lang="fr-FR" dirty="0"/>
              <a:t> main</a:t>
            </a:r>
          </a:p>
        </p:txBody>
      </p:sp>
      <p:sp>
        <p:nvSpPr>
          <p:cNvPr id="6" name="Ellipse 5">
            <a:extLst>
              <a:ext uri="{FF2B5EF4-FFF2-40B4-BE49-F238E27FC236}">
                <a16:creationId xmlns:a16="http://schemas.microsoft.com/office/drawing/2014/main" id="{2BAEBBA6-0863-1FA2-BD80-7D58ABAF4E3A}"/>
              </a:ext>
            </a:extLst>
          </p:cNvPr>
          <p:cNvSpPr/>
          <p:nvPr/>
        </p:nvSpPr>
        <p:spPr>
          <a:xfrm>
            <a:off x="2316484" y="251677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75DA8CE5-74EF-68AB-869A-DD6685079944}"/>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8A98CC6E-ED9B-D706-66B4-F6B2AFD57500}"/>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E21EACDB-8A84-1522-3D0F-44734DAE809D}"/>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40265973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1A3383F9-63C6-93F9-9546-408619DEA9AE}"/>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a:p>
            <a:pPr lvl="1"/>
            <a:r>
              <a:rPr lang="fr-FR" strike="sngStrike" dirty="0"/>
              <a:t>git commit -m “message”</a:t>
            </a:r>
          </a:p>
          <a:p>
            <a:pPr lvl="1"/>
            <a:endParaRPr lang="fr-FR" strike="sngStrike" dirty="0"/>
          </a:p>
          <a:p>
            <a:pPr lvl="1"/>
            <a:r>
              <a:rPr lang="fr-FR" strike="sngStrike" dirty="0"/>
              <a:t>git push </a:t>
            </a:r>
            <a:r>
              <a:rPr lang="fr-FR" strike="sngStrike" dirty="0" err="1"/>
              <a:t>origin</a:t>
            </a:r>
            <a:r>
              <a:rPr lang="fr-FR" strike="sngStrike" dirty="0"/>
              <a:t> main</a:t>
            </a:r>
          </a:p>
          <a:p>
            <a:pPr lvl="1"/>
            <a:r>
              <a:rPr lang="fr-FR" strike="sngStrike" dirty="0"/>
              <a:t>git </a:t>
            </a:r>
            <a:r>
              <a:rPr lang="fr-FR" strike="sngStrike" dirty="0" err="1"/>
              <a:t>add</a:t>
            </a:r>
            <a:r>
              <a:rPr lang="fr-FR" strike="sngStrike" dirty="0"/>
              <a:t> fichier.html</a:t>
            </a:r>
          </a:p>
          <a:p>
            <a:pPr lvl="1"/>
            <a:r>
              <a:rPr lang="fr-FR" strike="sngStrike" dirty="0"/>
              <a:t>git commit -m “message”</a:t>
            </a:r>
          </a:p>
          <a:p>
            <a:pPr lvl="1"/>
            <a:endParaRPr lang="fr-FR" strike="sngStrike" dirty="0"/>
          </a:p>
          <a:p>
            <a:pPr lvl="1"/>
            <a:r>
              <a:rPr lang="fr-FR" strike="sngStrike" dirty="0"/>
              <a:t>git commit -m “message”</a:t>
            </a:r>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p:txBody>
      </p:sp>
      <p:sp>
        <p:nvSpPr>
          <p:cNvPr id="5" name="Ellipse 4">
            <a:extLst>
              <a:ext uri="{FF2B5EF4-FFF2-40B4-BE49-F238E27FC236}">
                <a16:creationId xmlns:a16="http://schemas.microsoft.com/office/drawing/2014/main" id="{EC488A8F-6A3E-C44F-5048-1FD1203AF8C6}"/>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667A57C9-9CED-C798-4A05-7C2638378CCC}"/>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21293D9A-80F8-8DA6-2258-B248C214A68C}"/>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635FF970-50C1-1656-B999-C59D92F4588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198915" y="2349135"/>
            <a:ext cx="439783" cy="439783"/>
          </a:xfrm>
          <a:prstGeom prst="rect">
            <a:avLst/>
          </a:prstGeom>
        </p:spPr>
      </p:pic>
    </p:spTree>
    <p:extLst>
      <p:ext uri="{BB962C8B-B14F-4D97-AF65-F5344CB8AC3E}">
        <p14:creationId xmlns:p14="http://schemas.microsoft.com/office/powerpoint/2010/main" val="12916150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26A8691E-6171-523E-D0DF-FD860B27E272}"/>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dirty="0"/>
              <a:t>git </a:t>
            </a:r>
            <a:r>
              <a:rPr lang="fr-FR" dirty="0" err="1"/>
              <a:t>checkout</a:t>
            </a:r>
            <a:r>
              <a:rPr lang="fr-FR" dirty="0"/>
              <a:t> modifications</a:t>
            </a:r>
          </a:p>
          <a:p>
            <a:pPr lvl="1"/>
            <a:r>
              <a:rPr lang="fr-FR" dirty="0"/>
              <a:t>git merge main</a:t>
            </a:r>
          </a:p>
          <a:p>
            <a:pPr lvl="1"/>
            <a:endParaRPr lang="fr-FR" dirty="0"/>
          </a:p>
          <a:p>
            <a:pPr lvl="1"/>
            <a:r>
              <a:rPr lang="fr-FR" dirty="0"/>
              <a:t>git merge modifications</a:t>
            </a:r>
          </a:p>
          <a:p>
            <a:pPr lvl="1"/>
            <a:r>
              <a:rPr lang="fr-FR" dirty="0"/>
              <a:t>git </a:t>
            </a:r>
            <a:r>
              <a:rPr lang="fr-FR" dirty="0" err="1"/>
              <a:t>checkout</a:t>
            </a:r>
            <a:r>
              <a:rPr lang="fr-FR" dirty="0"/>
              <a:t> main</a:t>
            </a:r>
          </a:p>
          <a:p>
            <a:pPr lvl="1"/>
            <a:endParaRPr lang="fr-FR" dirty="0"/>
          </a:p>
          <a:p>
            <a:pPr lvl="1"/>
            <a:r>
              <a:rPr lang="fr-FR" dirty="0"/>
              <a:t>git merge main</a:t>
            </a:r>
          </a:p>
          <a:p>
            <a:pPr lvl="1"/>
            <a:r>
              <a:rPr lang="fr-FR" dirty="0"/>
              <a:t>git </a:t>
            </a:r>
            <a:r>
              <a:rPr lang="fr-FR" dirty="0" err="1"/>
              <a:t>checkout</a:t>
            </a:r>
            <a:r>
              <a:rPr lang="fr-FR" dirty="0"/>
              <a:t> modifications</a:t>
            </a:r>
          </a:p>
        </p:txBody>
      </p:sp>
      <p:sp>
        <p:nvSpPr>
          <p:cNvPr id="6" name="Ellipse 5">
            <a:extLst>
              <a:ext uri="{FF2B5EF4-FFF2-40B4-BE49-F238E27FC236}">
                <a16:creationId xmlns:a16="http://schemas.microsoft.com/office/drawing/2014/main" id="{4F3E3B88-BEC4-2045-516B-5C9474A325AF}"/>
              </a:ext>
            </a:extLst>
          </p:cNvPr>
          <p:cNvSpPr/>
          <p:nvPr/>
        </p:nvSpPr>
        <p:spPr>
          <a:xfrm>
            <a:off x="2799811" y="328313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96DF40A-A469-BB4F-02BC-211F944EB75C}"/>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E31C03B1-D034-155A-BDC3-EC4CAEB032F0}"/>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3D8EEFD0-4623-2E22-06AF-9D4DD1797C39}"/>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3759107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DF6657B2-8E56-8763-2395-11905794BB57}"/>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strike="sngStrike" dirty="0"/>
              <a:t>git </a:t>
            </a:r>
            <a:r>
              <a:rPr lang="fr-FR" strike="sngStrike" dirty="0" err="1"/>
              <a:t>checkout</a:t>
            </a:r>
            <a:r>
              <a:rPr lang="fr-FR" strike="sngStrike" dirty="0"/>
              <a:t> modifications</a:t>
            </a:r>
          </a:p>
          <a:p>
            <a:pPr lvl="1"/>
            <a:r>
              <a:rPr lang="fr-FR" strike="sngStrike" dirty="0"/>
              <a:t>git merge main</a:t>
            </a:r>
          </a:p>
          <a:p>
            <a:pPr lvl="1"/>
            <a:endParaRPr lang="fr-FR" strike="sngStrike" dirty="0"/>
          </a:p>
          <a:p>
            <a:pPr lvl="1"/>
            <a:r>
              <a:rPr lang="fr-FR" strike="sngStrike" dirty="0"/>
              <a:t>git merge modifications</a:t>
            </a:r>
          </a:p>
          <a:p>
            <a:pPr lvl="1"/>
            <a:r>
              <a:rPr lang="fr-FR" strike="sngStrike" dirty="0"/>
              <a:t>git </a:t>
            </a:r>
            <a:r>
              <a:rPr lang="fr-FR" strike="sngStrike" dirty="0" err="1"/>
              <a:t>checkout</a:t>
            </a:r>
            <a:r>
              <a:rPr lang="fr-FR" strike="sngStrike" dirty="0"/>
              <a:t> main</a:t>
            </a:r>
          </a:p>
          <a:p>
            <a:pPr lvl="1"/>
            <a:endParaRPr lang="fr-FR" strike="sngStrike" dirty="0"/>
          </a:p>
          <a:p>
            <a:pPr lvl="1"/>
            <a:r>
              <a:rPr lang="fr-FR" strike="sngStrike" dirty="0"/>
              <a:t>git merge main</a:t>
            </a:r>
          </a:p>
          <a:p>
            <a:pPr lvl="1"/>
            <a:r>
              <a:rPr lang="fr-FR" strike="sngStrike" dirty="0"/>
              <a:t>git </a:t>
            </a:r>
            <a:r>
              <a:rPr lang="fr-FR" strike="sngStrike" dirty="0" err="1"/>
              <a:t>checkout</a:t>
            </a:r>
            <a:r>
              <a:rPr lang="fr-FR" strike="sngStrike" dirty="0"/>
              <a:t> modifications</a:t>
            </a:r>
          </a:p>
        </p:txBody>
      </p:sp>
      <p:sp>
        <p:nvSpPr>
          <p:cNvPr id="5" name="Ellipse 4">
            <a:extLst>
              <a:ext uri="{FF2B5EF4-FFF2-40B4-BE49-F238E27FC236}">
                <a16:creationId xmlns:a16="http://schemas.microsoft.com/office/drawing/2014/main" id="{F42C0C52-5341-C895-CAEC-2741D16A78F8}"/>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18A6CF3F-8598-A582-FCED-3C44FE270D06}"/>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F5D2AF51-FB79-3DA2-5B18-5BDD200B45B0}"/>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DDF842BA-157C-A322-6800-347AC86858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77887" y="3141616"/>
            <a:ext cx="439783" cy="439783"/>
          </a:xfrm>
          <a:prstGeom prst="rect">
            <a:avLst/>
          </a:prstGeom>
        </p:spPr>
      </p:pic>
    </p:spTree>
    <p:extLst>
      <p:ext uri="{BB962C8B-B14F-4D97-AF65-F5344CB8AC3E}">
        <p14:creationId xmlns:p14="http://schemas.microsoft.com/office/powerpoint/2010/main" val="4214661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4492CAFD-055C-71C9-49E6-B601EDC86D9E}"/>
              </a:ext>
            </a:extLst>
          </p:cNvPr>
          <p:cNvSpPr txBox="1"/>
          <p:nvPr/>
        </p:nvSpPr>
        <p:spPr>
          <a:xfrm>
            <a:off x="426719" y="3100251"/>
            <a:ext cx="11599817" cy="769441"/>
          </a:xfrm>
          <a:prstGeom prst="rect">
            <a:avLst/>
          </a:prstGeom>
          <a:noFill/>
        </p:spPr>
        <p:txBody>
          <a:bodyPr wrap="square">
            <a:spAutoFit/>
          </a:bodyPr>
          <a:lstStyle/>
          <a:p>
            <a:r>
              <a:rPr lang="fr-FR" sz="4400" dirty="0"/>
              <a:t>https://github.com/BenRobert38/BUT3-GIT-2025</a:t>
            </a:r>
          </a:p>
        </p:txBody>
      </p:sp>
    </p:spTree>
    <p:extLst>
      <p:ext uri="{BB962C8B-B14F-4D97-AF65-F5344CB8AC3E}">
        <p14:creationId xmlns:p14="http://schemas.microsoft.com/office/powerpoint/2010/main" val="10240014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3586</TotalTime>
  <Words>3255</Words>
  <Application>Microsoft Office PowerPoint</Application>
  <PresentationFormat>Grand écran</PresentationFormat>
  <Paragraphs>566</Paragraphs>
  <Slides>61</Slides>
  <Notes>0</Notes>
  <HiddenSlides>16</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61</vt:i4>
      </vt:variant>
    </vt:vector>
  </HeadingPairs>
  <TitlesOfParts>
    <vt:vector size="71" baseType="lpstr">
      <vt:lpstr>arial</vt:lpstr>
      <vt:lpstr>arial</vt:lpstr>
      <vt:lpstr>Calibri</vt:lpstr>
      <vt:lpstr>Calibri Light</vt:lpstr>
      <vt:lpstr>Courier New</vt:lpstr>
      <vt:lpstr>Google Sans</vt:lpstr>
      <vt:lpstr>Inter</vt:lpstr>
      <vt:lpstr>Lucida Console</vt:lpstr>
      <vt:lpstr>Wingdings</vt:lpstr>
      <vt:lpstr>Thème Office</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Dans l’épisode précédent…</vt:lpstr>
      <vt:lpstr>Présentation PowerPoint</vt:lpstr>
      <vt:lpstr>Présentation PowerPoint</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le dépôt distant ?</vt:lpstr>
      <vt:lpstr>Comment gérer ses erreurs dans le dépôt distant ?</vt:lpstr>
      <vt:lpstr>La gestion de conflit</vt:lpstr>
      <vt:lpstr>La gestion de conflit</vt:lpstr>
      <vt:lpstr>La journalisation. Quoi, quand, qui ?</vt:lpstr>
      <vt:lpstr>Le cherry-pick, à utiliser à bon escient</vt:lpstr>
      <vt:lpstr>Présentation PowerPoint</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Benjamin Robert</dc:creator>
  <cp:lastModifiedBy>Benjamin Robert</cp:lastModifiedBy>
  <cp:revision>2</cp:revision>
  <dcterms:created xsi:type="dcterms:W3CDTF">2023-11-12T08:37:35Z</dcterms:created>
  <dcterms:modified xsi:type="dcterms:W3CDTF">2025-11-11T10:19:57Z</dcterms:modified>
</cp:coreProperties>
</file>